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59c08fb809b4ed3" /><Relationship Type="http://schemas.openxmlformats.org/officeDocument/2006/relationships/extended-properties" Target="/docProps/app.xml" Id="R296175150d0b453e" /><Relationship Type="http://schemas.openxmlformats.org/officeDocument/2006/relationships/officeDocument" Target="/ppt/presentation.xml" Id="R48b9baddd68148a7" /></Relationships>
</file>

<file path=ppt/presentation.xml><?xml version="1.0" encoding="utf-8"?>
<p:presentation xmlns:p="http://schemas.openxmlformats.org/presentationml/2006/main">
  <p:sldMasterIdLst>
    <p:sldMasterId xmlns:r="http://schemas.openxmlformats.org/officeDocument/2006/relationships" id="2147483648" r:id="R2242f6a3d6424d34"/>
  </p:sldMasterIdLst>
  <p:notesMasterIdLst>
    <p:notesMasterId xmlns:r="http://schemas.openxmlformats.org/officeDocument/2006/relationships" r:id="R9cad9c72596e46a3"/>
  </p:notesMasterIdLst>
  <p:sldIdLst>
    <p:sldId xmlns:r="http://schemas.openxmlformats.org/officeDocument/2006/relationships" id="256" r:id="Rf17054f3a09b4a68"/>
    <p:sldId xmlns:r="http://schemas.openxmlformats.org/officeDocument/2006/relationships" id="257" r:id="R2732c8ae83694b38"/>
    <p:sldId xmlns:r="http://schemas.openxmlformats.org/officeDocument/2006/relationships" id="258" r:id="R78e12992787741ce"/>
    <p:sldId xmlns:r="http://schemas.openxmlformats.org/officeDocument/2006/relationships" id="259" r:id="R1e731e1b773b46da"/>
    <p:sldId xmlns:r="http://schemas.openxmlformats.org/officeDocument/2006/relationships" id="260" r:id="R6ee8b6ee6d954861"/>
    <p:sldId xmlns:r="http://schemas.openxmlformats.org/officeDocument/2006/relationships" id="261" r:id="R271d34b15486401f"/>
    <p:sldId xmlns:r="http://schemas.openxmlformats.org/officeDocument/2006/relationships" id="262" r:id="R4755a399f3eb4aae"/>
    <p:sldId xmlns:r="http://schemas.openxmlformats.org/officeDocument/2006/relationships" id="263" r:id="R87ee5d5dc4124dc2"/>
    <p:sldId xmlns:r="http://schemas.openxmlformats.org/officeDocument/2006/relationships" id="264" r:id="Rbd86dbccb2b64386"/>
    <p:sldId xmlns:r="http://schemas.openxmlformats.org/officeDocument/2006/relationships" id="265" r:id="R699c4336167042a6"/>
    <p:sldId xmlns:r="http://schemas.openxmlformats.org/officeDocument/2006/relationships" id="266" r:id="Raa9c631da5d241be"/>
    <p:sldId xmlns:r="http://schemas.openxmlformats.org/officeDocument/2006/relationships" id="267" r:id="R995031e507d14bb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57d6edce8be46a3" /><Relationship Type="http://schemas.openxmlformats.org/officeDocument/2006/relationships/slideMaster" Target="/ppt/slideMasters/slideMaster1.xml" Id="R2242f6a3d6424d34" /><Relationship Type="http://schemas.openxmlformats.org/officeDocument/2006/relationships/notesMaster" Target="/ppt/notesMasters/notesMaster1.xml" Id="R9cad9c72596e46a3" /><Relationship Type="http://schemas.openxmlformats.org/officeDocument/2006/relationships/presProps" Target="/ppt/presProps.xml" Id="R730875455beb4ac0" /><Relationship Type="http://schemas.openxmlformats.org/officeDocument/2006/relationships/tableStyles" Target="/ppt/tableStyles.xml" Id="R99a476738b124316" /><Relationship Type="http://schemas.openxmlformats.org/officeDocument/2006/relationships/slide" Target="/ppt/slides/slide1.xml" Id="Rf17054f3a09b4a68" /><Relationship Type="http://schemas.openxmlformats.org/officeDocument/2006/relationships/slide" Target="/ppt/slides/slide2.xml" Id="R2732c8ae83694b38" /><Relationship Type="http://schemas.openxmlformats.org/officeDocument/2006/relationships/slide" Target="/ppt/slides/slide3.xml" Id="R78e12992787741ce" /><Relationship Type="http://schemas.openxmlformats.org/officeDocument/2006/relationships/slide" Target="/ppt/slides/slide4.xml" Id="R1e731e1b773b46da" /><Relationship Type="http://schemas.openxmlformats.org/officeDocument/2006/relationships/slide" Target="/ppt/slides/slide5.xml" Id="R6ee8b6ee6d954861" /><Relationship Type="http://schemas.openxmlformats.org/officeDocument/2006/relationships/slide" Target="/ppt/slides/slide6.xml" Id="R271d34b15486401f" /><Relationship Type="http://schemas.openxmlformats.org/officeDocument/2006/relationships/slide" Target="/ppt/slides/slide7.xml" Id="R4755a399f3eb4aae" /><Relationship Type="http://schemas.openxmlformats.org/officeDocument/2006/relationships/slide" Target="/ppt/slides/slide8.xml" Id="R87ee5d5dc4124dc2" /><Relationship Type="http://schemas.openxmlformats.org/officeDocument/2006/relationships/slide" Target="/ppt/slides/slide9.xml" Id="Rbd86dbccb2b64386" /><Relationship Type="http://schemas.openxmlformats.org/officeDocument/2006/relationships/slide" Target="/ppt/slides/slide10.xml" Id="R699c4336167042a6" /><Relationship Type="http://schemas.openxmlformats.org/officeDocument/2006/relationships/slide" Target="/ppt/slides/slide11.xml" Id="Raa9c631da5d241be" /><Relationship Type="http://schemas.openxmlformats.org/officeDocument/2006/relationships/slide" Target="/ppt/slides/slide12.xml" Id="R995031e507d14bb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76ef35ea53849b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414c5752cea4ad9" /><Relationship Type="http://schemas.openxmlformats.org/officeDocument/2006/relationships/notesMaster" Target="/ppt/notesMasters/notesMaster1.xml" Id="R095b381325ba4ecf" /></Relationships>
</file>

<file path=ppt/notesSlides/_rels/notesSlide2.xml.rels>&#65279;<?xml version="1.0" encoding="utf-8"?><Relationships xmlns="http://schemas.openxmlformats.org/package/2006/relationships"><Relationship Type="http://schemas.openxmlformats.org/officeDocument/2006/relationships/slide" Target="/ppt/slides/slide2.xml" Id="R1d6bf57c838b4573" /><Relationship Type="http://schemas.openxmlformats.org/officeDocument/2006/relationships/notesMaster" Target="/ppt/notesMasters/notesMaster1.xml" Id="R46cbea5a19804cd0" /></Relationships>
</file>

<file path=ppt/notesSlides/_rels/notesSlide3.xml.rels>&#65279;<?xml version="1.0" encoding="utf-8"?><Relationships xmlns="http://schemas.openxmlformats.org/package/2006/relationships"><Relationship Type="http://schemas.openxmlformats.org/officeDocument/2006/relationships/slide" Target="/ppt/slides/slide3.xml" Id="Ra45d133494c746d5" /><Relationship Type="http://schemas.openxmlformats.org/officeDocument/2006/relationships/notesMaster" Target="/ppt/notesMasters/notesMaster1.xml" Id="R5fbf81485d1444da" /></Relationships>
</file>

<file path=ppt/notesSlides/_rels/notesSlide4.xml.rels>&#65279;<?xml version="1.0" encoding="utf-8"?><Relationships xmlns="http://schemas.openxmlformats.org/package/2006/relationships"><Relationship Type="http://schemas.openxmlformats.org/officeDocument/2006/relationships/slide" Target="/ppt/slides/slide4.xml" Id="Rcdf67356e53e4467" /><Relationship Type="http://schemas.openxmlformats.org/officeDocument/2006/relationships/notesMaster" Target="/ppt/notesMasters/notesMaster1.xml" Id="Rd5d8dc5430344244" /></Relationships>
</file>

<file path=ppt/notesSlides/_rels/notesSlide5.xml.rels>&#65279;<?xml version="1.0" encoding="utf-8"?><Relationships xmlns="http://schemas.openxmlformats.org/package/2006/relationships"><Relationship Type="http://schemas.openxmlformats.org/officeDocument/2006/relationships/slide" Target="/ppt/slides/slide5.xml" Id="Rf76fa4c2e6df4523" /><Relationship Type="http://schemas.openxmlformats.org/officeDocument/2006/relationships/notesMaster" Target="/ppt/notesMasters/notesMaster1.xml" Id="R7761133acf0f430a" /></Relationships>
</file>

<file path=ppt/notesSlides/_rels/notesSlide6.xml.rels>&#65279;<?xml version="1.0" encoding="utf-8"?><Relationships xmlns="http://schemas.openxmlformats.org/package/2006/relationships"><Relationship Type="http://schemas.openxmlformats.org/officeDocument/2006/relationships/slide" Target="/ppt/slides/slide6.xml" Id="Rd5a8505ccfcf4019" /><Relationship Type="http://schemas.openxmlformats.org/officeDocument/2006/relationships/notesMaster" Target="/ppt/notesMasters/notesMaster1.xml" Id="Rdc95afce547e4bc6" /></Relationships>
</file>

<file path=ppt/notesSlides/_rels/notesSlide7.xml.rels>&#65279;<?xml version="1.0" encoding="utf-8"?><Relationships xmlns="http://schemas.openxmlformats.org/package/2006/relationships"><Relationship Type="http://schemas.openxmlformats.org/officeDocument/2006/relationships/slide" Target="/ppt/slides/slide7.xml" Id="R8d6c53385bd24e60" /><Relationship Type="http://schemas.openxmlformats.org/officeDocument/2006/relationships/notesMaster" Target="/ppt/notesMasters/notesMaster1.xml" Id="Ra3a0e2e65a88457e" /></Relationships>
</file>

<file path=ppt/notesSlides/_rels/notesSlide8.xml.rels>&#65279;<?xml version="1.0" encoding="utf-8"?><Relationships xmlns="http://schemas.openxmlformats.org/package/2006/relationships"><Relationship Type="http://schemas.openxmlformats.org/officeDocument/2006/relationships/slide" Target="/ppt/slides/slide8.xml" Id="Rc21d032cbcc742ea" /><Relationship Type="http://schemas.openxmlformats.org/officeDocument/2006/relationships/notesMaster" Target="/ppt/notesMasters/notesMaster1.xml" Id="Rd816f2dc635a4e2f" /></Relationships>
</file>

<file path=ppt/notesSlides/_rels/notesSlide9.xml.rels>&#65279;<?xml version="1.0" encoding="utf-8"?><Relationships xmlns="http://schemas.openxmlformats.org/package/2006/relationships"><Relationship Type="http://schemas.openxmlformats.org/officeDocument/2006/relationships/slide" Target="/ppt/slides/slide9.xml" Id="R0f55b0f4639f4ef7" /><Relationship Type="http://schemas.openxmlformats.org/officeDocument/2006/relationships/notesMaster" Target="/ppt/notesMasters/notesMaster1.xml" Id="Ra8f9b698ec33427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266a49ac7b447be" /><Relationship Type="http://schemas.openxmlformats.org/officeDocument/2006/relationships/notesMaster" Target="/ppt/notesMasters/notesMaster1.xml" Id="R1a3ee998ee934b5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604342ebeb3490d" /><Relationship Type="http://schemas.openxmlformats.org/officeDocument/2006/relationships/notesMaster" Target="/ppt/notesMasters/notesMaster1.xml" Id="Rc3c54138d58e4fa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981ef38980a48b0" /><Relationship Type="http://schemas.openxmlformats.org/officeDocument/2006/relationships/notesMaster" Target="/ppt/notesMasters/notesMaster1.xml" Id="R921e04c01e3c453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presentación describe cómo se va a implementar New Relic. El propietario confirmó que aún no existe monitoreo con esta herramienta y pidió una solución de baja escala. El objetivo inicial es observar la API existente con una configuración pequeña y verificable. Los pasos, las alertas y las consultas son propuestas. No se presentan capturas de una cuenta ni mejoras de rendimiento ya medidas. La presentación de ciclo de vida aportada ubica New Relic en la etapa 8, Monitoreo.</a:t>
            </a:r>
          </a:p>
          <a:p xmlns:a="http://schemas.openxmlformats.org/drawingml/2006/main">
            <a:r>
              <a:t/>
            </a:r>
          </a:p>
          <a:p xmlns:a="http://schemas.openxmlformats.org/drawingml/2006/main">
            <a:r>
              <a:t>Fuentes consultadas el 19 de octubre de 2026:</a:t>
            </a:r>
          </a:p>
          <a:p xmlns:a="http://schemas.openxmlformats.org/drawingml/2006/main">
            <a:r>
              <a:t>C:\Users\LENOVO\Documents\Codex\2026-09-05\files-mentioned-by-the-user-desarrrollo\outputs\Stock-Quest\README.md</a:t>
            </a:r>
          </a:p>
          <a:p xmlns:a="http://schemas.openxmlformats.org/drawingml/2006/main">
            <a:r>
              <a:t>C:/Users/LENOVO/Downloads/HERRAMIENTAS CICLO DE VIDA DEL SW (3).pptx, diapositiva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revisión de esta copia encontró React y Vite en el frontend, Express y Prisma en el backend y PostgreSQL como persistencia. No se encontró la dependencia newrelic, un agente Browser ni configuración NEW_RELIC en los archivos versionados revisados. El script actual de inicio es node dist/server.js. El servicio Java de simulación existe en desarrollo, pero aún no sustituye el tráfico de Express. Por eso la primera integración se concentrará en la API Node.js.</a:t>
            </a:r>
          </a:p>
          <a:p xmlns:a="http://schemas.openxmlformats.org/drawingml/2006/main">
            <a:r>
              <a:t/>
            </a:r>
          </a:p>
          <a:p xmlns:a="http://schemas.openxmlformats.org/drawingml/2006/main">
            <a:r>
              <a:t>Fuentes consultadas el 19 de octubre de 2026:</a:t>
            </a:r>
          </a:p>
          <a:p xmlns:a="http://schemas.openxmlformats.org/drawingml/2006/main">
            <a:r>
              <a:t>C:\Users\LENOVO\Documents\Codex\2026-09-05\files-mentioned-by-the-user-desarrrollo\outputs\Stock-Quest\backend\package.json</a:t>
            </a:r>
          </a:p>
          <a:p xmlns:a="http://schemas.openxmlformats.org/drawingml/2006/main">
            <a:r>
              <a:t>C:\Users\LENOVO\Documents\Codex\2026-09-05\files-mentioned-by-the-user-desarrrollo\outputs\Stock-Quest\frontend\package.json</a:t>
            </a:r>
          </a:p>
          <a:p xmlns:a="http://schemas.openxmlformats.org/drawingml/2006/main">
            <a:r>
              <a:t>C:\Users\LENOVO\Documents\Codex\2026-09-05\files-mentioned-by-the-user-desarrrollo\outputs\Stock-Quest\backend\src\server.ts</a:t>
            </a:r>
          </a:p>
          <a:p xmlns:a="http://schemas.openxmlformats.org/drawingml/2006/main">
            <a:r>
              <a:t>C:\Users\LENOVO\Documents\Codex\2026-09-05\files-mentioned-by-the-user-desarrrollo\outputs\Stock-Quest\services\simulacion-logistica\README.md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alcance propuesto mantiene pequeño el esfuerzo de configuración y de operación. APM significa monitoreo del rendimiento de la aplicación. Se instalará un agente en el proceso Node.js y se usará un solo panel para revisar la experiencia que ofrece la API. Se comenzará con dos alertas: lentitud y errores. Un integrante del equipo revisará cada aviso. Browser será una segunda etapa para estudiar problemas del navegador. El servicio Java requerirá su propia integración cuando participe en el flujo real.</a:t>
            </a:r>
          </a:p>
          <a:p xmlns:a="http://schemas.openxmlformats.org/drawingml/2006/main">
            <a:r>
              <a:t/>
            </a:r>
          </a:p>
          <a:p xmlns:a="http://schemas.openxmlformats.org/drawingml/2006/main">
            <a:r>
              <a:t>Fuentes consultadas el 19 de octubre de 2026:</a:t>
            </a:r>
          </a:p>
          <a:p xmlns:a="http://schemas.openxmlformats.org/drawingml/2006/main">
            <a:r>
              <a:t>https://docs.newrelic.com/docs/apm/agents/nodejs-agent/getting-started/introduction-new-relic-nodejs/</a:t>
            </a:r>
          </a:p>
          <a:p xmlns:a="http://schemas.openxmlformats.org/drawingml/2006/main">
            <a:r>
              <a:t>C:\Users\LENOVO\Documents\Codex\2026-09-05\files-mentioned-by-the-user-desarrrollo\outputs\Stock-Quest\services\simulacion-logistica\README.md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Estos comandos son una propuesta y todavía no se han ejecutado. La instalación añade newrelic como dependencia del workspace de la API y actualiza el archivo de bloqueo. El backend compila TypeScript a CommonJS, por lo que corresponde precargar el agente con -r newrelic. Se modificará el script start existente y se conservará la entrada dist/server.js. No se cambiarán las rutas ni la lógica de aprendizaje. Se usará una versión del agente compatible con Node.js y se fijará con el archivo package-lock.json.</a:t>
            </a:r>
          </a:p>
          <a:p xmlns:a="http://schemas.openxmlformats.org/drawingml/2006/main">
            <a:r>
              <a:t/>
            </a:r>
          </a:p>
          <a:p xmlns:a="http://schemas.openxmlformats.org/drawingml/2006/main">
            <a:r>
              <a:t>Fuentes consultadas el 19 de octubre de 2026:</a:t>
            </a:r>
          </a:p>
          <a:p xmlns:a="http://schemas.openxmlformats.org/drawingml/2006/main">
            <a:r>
              <a:t>https://docs.newrelic.com/docs/apm/agents/nodejs-agent/installation-configuration/install-nodejs-agent/</a:t>
            </a:r>
          </a:p>
          <a:p xmlns:a="http://schemas.openxmlformats.org/drawingml/2006/main">
            <a:r>
              <a:t>C:\Users\LENOVO\Documents\Codex\2026-09-05\files-mentioned-by-the-user-desarrrollo\outputs\Stock-Quest\backend\tsconfig.json</a:t>
            </a:r>
          </a:p>
          <a:p xmlns:a="http://schemas.openxmlformats.org/drawingml/2006/main">
            <a:r>
              <a:t>C:\Users\LENOVO\Documents\Codex\2026-09-05\files-mentioned-by-the-user-desarrrollo\outputs\Stock-Quest\backend\package.json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configuración se realizará mediante variables del servicio, disponibles antes de iniciar Node.js. NEW_RELIC_NO_CONFIG_FILE permite trabajar sin un archivo de configuración local. NEW_RELIC_APP_NAME identifica la API en la cuenta. La licencia APM se obtiene de la cuenta de New Relic y se conserva como secreto del backend, nunca en variables VITE_ ni en Git. NEW_RELIC_LOG=stdout dirige el registro propio del agente a la salida estándar. La variable APPLICATION_LOGGING_FORWARDING_ENABLED desactiva el reenvío automático de los logs de la aplicación para reducir el volumen inicial. Se revisará que los atributos y registros no incluyan contraseñas, tokens ni datos personales.</a:t>
            </a:r>
          </a:p>
          <a:p xmlns:a="http://schemas.openxmlformats.org/drawingml/2006/main">
            <a:r>
              <a:t/>
            </a:r>
          </a:p>
          <a:p xmlns:a="http://schemas.openxmlformats.org/drawingml/2006/main">
            <a:r>
              <a:t>Fuentes consultadas el 19 de octubre de 2026:</a:t>
            </a:r>
          </a:p>
          <a:p xmlns:a="http://schemas.openxmlformats.org/drawingml/2006/main">
            <a:r>
              <a:t>https://docs.newrelic.com/docs/apm/agents/nodejs-agent/installation-configuration/nodejs-agent-configuration/</a:t>
            </a:r>
          </a:p>
          <a:p xmlns:a="http://schemas.openxmlformats.org/drawingml/2006/main">
            <a:r>
              <a:t>C:\Users\LENOVO\Documents\Codex\2026-09-05\files-mentioned-by-the-user-desarrrollo\outputs\Stock-Quest\render.yaml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primera validación se hará en un entorno de prueba. El repositorio incluye configuración para un servicio Node.js en Render y documentación de un frontend en Vercel. Se aprovechará el inicio del workspace de la API, que precargará el agente tras el cambio del script. La base de datos por sí sola no publica la API. Después de iniciar el proceso se generarán solicitudes y se esperará la recepción de telemetría. El ejemplo corresponde al servicio Node.js persistente. Si se usa la función serverless de Vercel como backend, se revisará primero el procedimiento apropiado para ese entorno.</a:t>
            </a:r>
          </a:p>
          <a:p xmlns:a="http://schemas.openxmlformats.org/drawingml/2006/main">
            <a:r>
              <a:t/>
            </a:r>
          </a:p>
          <a:p xmlns:a="http://schemas.openxmlformats.org/drawingml/2006/main">
            <a:r>
              <a:t>Fuentes consultadas el 19 de octubre de 2026:</a:t>
            </a:r>
          </a:p>
          <a:p xmlns:a="http://schemas.openxmlformats.org/drawingml/2006/main">
            <a:r>
              <a:t>https://docs.newrelic.com/docs/apm/agents/nodejs-agent/installation-configuration/install-nodejs-agent/</a:t>
            </a:r>
          </a:p>
          <a:p xmlns:a="http://schemas.openxmlformats.org/drawingml/2006/main">
            <a:r>
              <a:t>C:\Users\LENOVO\Documents\Codex\2026-09-05\files-mentioned-by-the-user-desarrrollo\outputs\Stock-Quest\render.yaml</a:t>
            </a:r>
          </a:p>
          <a:p xmlns:a="http://schemas.openxmlformats.org/drawingml/2006/main">
            <a:r>
              <a:t>C:\Users\LENOVO\Documents\Codex\2026-09-05\files-mentioned-by-the-user-desarrrollo\outputs\Stock-Quest\docs\DESPLIEGUE.md</a:t>
            </a:r>
          </a:p>
          <a:p xmlns:a="http://schemas.openxmlformats.org/drawingml/2006/main">
            <a:r>
              <a:t>C:\Users\LENOVO\Documents\Codex\2026-09-05\files-mentioned-by-the-user-desarrrollo\outputs\Stock-Quest\vercel.json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creará un panel con cuatro indicadores y filtros por nombre de transacción. Las rutas de interés incluyen /api/auth/login, /api/modules, /api/simulations y /api/progress. El p95 ayuda a observar el extremo lento de la distribución. La métrica de errores depende de la clasificación del agente; no todos los rechazos de autenticación implican una falla del servicio. Las consultas PostgreSQL se observarán en la medida en que el driver y la instrumentación produzcan los segmentos correspondientes. Esto no sustituye métricas internas del servidor PostgreSQL. No se incluyen valores ni gráficos inventados.</a:t>
            </a:r>
          </a:p>
          <a:p xmlns:a="http://schemas.openxmlformats.org/drawingml/2006/main">
            <a:r>
              <a:t/>
            </a:r>
          </a:p>
          <a:p xmlns:a="http://schemas.openxmlformats.org/drawingml/2006/main">
            <a:r>
              <a:t>Fuentes consultadas el 19 de octubre de 2026:</a:t>
            </a:r>
          </a:p>
          <a:p xmlns:a="http://schemas.openxmlformats.org/drawingml/2006/main">
            <a:r>
              <a:t>https://docs.newrelic.com/docs/apm/agents/nodejs-agent/getting-started/introduction-new-relic-nodejs/</a:t>
            </a:r>
          </a:p>
          <a:p xmlns:a="http://schemas.openxmlformats.org/drawingml/2006/main">
            <a:r>
              <a:t>https://docs.newrelic.com/docs/nrql/nrql-syntax-clauses-functions/</a:t>
            </a:r>
          </a:p>
          <a:p xmlns:a="http://schemas.openxmlformats.org/drawingml/2006/main">
            <a:r>
              <a:t>C:\Users\LENOVO\Documents\Codex\2026-09-05\files-mentioned-by-the-user-desarrrollo\outputs\Stock-Quest\backend\src\routes\index.ts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NRQL es el lenguaje de consultas de New Relic. Este ejemplo consulta eventos Transaction, filtra por el nombre propuesto de la aplicación y calcula el percentil 95 de duration. El atributo duration se expresa en segundos. SINCE delimita la ventana de análisis del panel y TIMESERIES produce una serie temporal. La consulta se pegará en el explorador de consultas o en un widget del dashboard después de que la API reporte datos. Para una condición de alerta se usará la misma agregación sin SINCE ni TIMESERIES, porque el motor de alertas define su propia ventana. El fragmento es un ejemplo de configuración, no una medición.</a:t>
            </a:r>
          </a:p>
          <a:p xmlns:a="http://schemas.openxmlformats.org/drawingml/2006/main">
            <a:r>
              <a:t/>
            </a:r>
          </a:p>
          <a:p xmlns:a="http://schemas.openxmlformats.org/drawingml/2006/main">
            <a:r>
              <a:t>Fuentes consultadas el 19 de octubre de 2026:</a:t>
            </a:r>
          </a:p>
          <a:p xmlns:a="http://schemas.openxmlformats.org/drawingml/2006/main">
            <a:r>
              <a:t>https://docs.newrelic.com/docs/nrql/nrql-syntax-clauses-functions/</a:t>
            </a:r>
          </a:p>
          <a:p xmlns:a="http://schemas.openxmlformats.org/drawingml/2006/main">
            <a:r>
              <a:t>https://docs.newrelic.com/docs/alerts/create-alert/create-alert-condition/create-nrql-alert-conditions/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umbrales son una decisión inicial del proyecto, no valores recomendados universalmente ni resultados medidos. Se propone una ventana de cinco minutos para evitar avisos por fluctuaciones muy breves. En una aplicación con poco tráfico, una sola solicitud puede representar un porcentaje alto, de modo que se ajustará la condición de errores tras observar el volumen real. El canal de aviso deberá quedar asociado a un responsable y se probará su funcionamiento. Las alertas APM dependen de que exista tráfico. Para conocer disponibilidad en períodos inactivos se puede añadir un monitor sintético de URL, sujeto a la cuenta y al comportamiento del hosting.</a:t>
            </a:r>
          </a:p>
          <a:p xmlns:a="http://schemas.openxmlformats.org/drawingml/2006/main">
            <a:r>
              <a:t/>
            </a:r>
          </a:p>
          <a:p xmlns:a="http://schemas.openxmlformats.org/drawingml/2006/main">
            <a:r>
              <a:t>Fuentes consultadas el 19 de octubre de 2026:</a:t>
            </a:r>
          </a:p>
          <a:p xmlns:a="http://schemas.openxmlformats.org/drawingml/2006/main">
            <a:r>
              <a:t>https://docs.newrelic.com/docs/alerts/create-alert/create-alert-condition/create-nrql-alert-conditions/</a:t>
            </a:r>
          </a:p>
          <a:p xmlns:a="http://schemas.openxmlformats.org/drawingml/2006/main">
            <a:r>
              <a:t>https://docs.newrelic.com/docs/synthetics/synthetic-monitoring/using-monitors/add-edit-monitors/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Estas ampliaciones son opcionales. Para Browser se generará la configuración propia de la aplicación web y se cargará al inicio del frontend. La clave APM del servidor nunca debe copiarse al cliente. Las políticas CSP en Express y Vercel requieren revisión: los dominios de scripts y recolección dependen del método de instalación y de la región de la cuenta. Se permitirán únicamente los orígenes necesarios. Para disponibilidad, un monitor de URL puede comprobar /api/health, pero esta ruta devuelve status ok sin consultar la base de datos. En un hosting con suspensión por inactividad se revisará cómo los sondeos afectan el arranque y el consumo.</a:t>
            </a:r>
          </a:p>
          <a:p xmlns:a="http://schemas.openxmlformats.org/drawingml/2006/main">
            <a:r>
              <a:t/>
            </a:r>
          </a:p>
          <a:p xmlns:a="http://schemas.openxmlformats.org/drawingml/2006/main">
            <a:r>
              <a:t>Fuentes consultadas el 19 de octubre de 2026:</a:t>
            </a:r>
          </a:p>
          <a:p xmlns:a="http://schemas.openxmlformats.org/drawingml/2006/main">
            <a:r>
              <a:t>https://docs.newrelic.com/docs/browser/browser-monitoring/installation/install-browser-monitoring-agent/</a:t>
            </a:r>
          </a:p>
          <a:p xmlns:a="http://schemas.openxmlformats.org/drawingml/2006/main">
            <a:r>
              <a:t>https://docs.newrelic.com/docs/browser/new-relic-browser/getting-started/compatibility-requirements-browser-monitoring/</a:t>
            </a:r>
          </a:p>
          <a:p xmlns:a="http://schemas.openxmlformats.org/drawingml/2006/main">
            <a:r>
              <a:t>https://docs.newrelic.com/docs/synthetics/synthetic-monitoring/using-monitors/add-edit-monitors/</a:t>
            </a:r>
          </a:p>
          <a:p xmlns:a="http://schemas.openxmlformats.org/drawingml/2006/main">
            <a:r>
              <a:t>C:\Users\LENOVO\Documents\Codex\2026-09-05\files-mentioned-by-the-user-desarrrollo\outputs\Stock-Quest\backend\src\app.ts</a:t>
            </a:r>
          </a:p>
          <a:p xmlns:a="http://schemas.openxmlformats.org/drawingml/2006/main">
            <a:r>
              <a:t>C:\Users\LENOVO\Documents\Codex\2026-09-05\files-mentioned-by-the-user-desarrrollo\outputs\Stock-Quest\vercel.json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integración se aceptará cuando exista recepción de datos y las señales permitan investigar un problema real. Se usará un usuario de prueba y un entorno preparado para evitar alterar información de usuarios. El fallo controlado debe retirarse después de comprobarlo; no se añadirá un endpoint de errores abierto a producción. Las evidencias serán el diff o commit de configuración, una captura del panel con intervalo temporal identificable y un registro de la alerta y de su notificación. Se comprobará que el login y las simulaciones siguen funcionando. No se ha ejecutado ninguno de estos pasos en esta entrega.</a:t>
            </a:r>
          </a:p>
          <a:p xmlns:a="http://schemas.openxmlformats.org/drawingml/2006/main">
            <a:r>
              <a:t/>
            </a:r>
          </a:p>
          <a:p xmlns:a="http://schemas.openxmlformats.org/drawingml/2006/main">
            <a:r>
              <a:t>Fuentes consultadas el 19 de octubre de 2026:</a:t>
            </a:r>
          </a:p>
          <a:p xmlns:a="http://schemas.openxmlformats.org/drawingml/2006/main">
            <a:r>
              <a:t>https://docs.newrelic.com/docs/apm/agents/nodejs-agent/installation-configuration/install-nodejs-agent/</a:t>
            </a:r>
          </a:p>
          <a:p xmlns:a="http://schemas.openxmlformats.org/drawingml/2006/main">
            <a:r>
              <a:t>https://docs.newrelic.com/docs/alerts/create-alert/create-alert-condition/create-nrql-alert-conditions/</a:t>
            </a:r>
          </a:p>
          <a:p xmlns:a="http://schemas.openxmlformats.org/drawingml/2006/main">
            <a:r>
              <a:t>C:\Users\LENOVO\Documents\Codex\2026-09-05\files-mentioned-by-the-user-desarrrollo\outputs\Stock-Quest\backend\src\routes\index.ts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escala pequeña permite comenzar con una configuración breve y revisarla periódicamente. Se consultarán las condiciones y límites vigentes de la cuenta antes de activar funciones; esta presentación no garantiza un costo de cero. La API enviará inicialmente sus métricas y datos APM, y el reenvío automático de logs permanecerá apagado. El responsable revisará la ingesta, el ruido de alertas y la utilidad del panel. Se espera detectar problemas con mayor rapidez, pero la mejora solo podrá afirmarse después de medirla. El siguiente paso es implementar el cambio y completar la validación; todavía no hay telemetría ni resultados New Relic verificados.</a:t>
            </a:r>
          </a:p>
          <a:p xmlns:a="http://schemas.openxmlformats.org/drawingml/2006/main">
            <a:r>
              <a:t/>
            </a:r>
          </a:p>
          <a:p xmlns:a="http://schemas.openxmlformats.org/drawingml/2006/main">
            <a:r>
              <a:t>Fuentes consultadas el 19 de octubre de 2026:</a:t>
            </a:r>
          </a:p>
          <a:p xmlns:a="http://schemas.openxmlformats.org/drawingml/2006/main">
            <a:r>
              <a:t>https://docs.newrelic.com/docs/apm/agents/nodejs-agent/installation-configuration/nodejs-agent-configuration/</a:t>
            </a:r>
          </a:p>
          <a:p xmlns:a="http://schemas.openxmlformats.org/drawingml/2006/main">
            <a:r>
              <a:t>https://newrelic.com/pricing</a:t>
            </a:r>
          </a:p>
          <a:p xmlns:a="http://schemas.openxmlformats.org/drawingml/2006/main">
            <a:r>
              <a:t>https://docs.newrelic.com/docs/alerts/create-alert/create-alert-condition/create-nrql-alert-conditions/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ad7000e910b40c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f7c1b3871ce473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4d95893efec4a0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2c53e77819c443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dfa87da2a09431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7fa6815f2ba4e4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2D7A62C-AC94-4956-B7D2-25E1291AB9F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BC156BA-8773-4A2A-B4B7-125C97172E5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7D927B4-A37D-45FA-BD12-04A99D54D9B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39EB12C-E281-488D-AF5C-C50D5B7643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E00D16C-9DBE-4411-82A3-362E7739022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F785390-EB94-43A0-A13A-0F7EFDD637E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E3BB01-07CF-4572-8641-89706F3C9A9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BD313C7-B3B8-4ABB-9AE7-35FEAA86C35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0792BC4-19F3-4C00-8B07-E695F25C7FB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8368E51-12AF-4D6F-BAAC-87D2BFE7018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3701a590e8f48dd" /><Relationship Type="http://schemas.openxmlformats.org/officeDocument/2006/relationships/slideLayout" Target="/ppt/slideLayouts/slideLayout1.xml" Id="R38ccfb3809ec4f94" /><Relationship Type="http://schemas.openxmlformats.org/officeDocument/2006/relationships/slideLayout" Target="/ppt/slideLayouts/slideLayout2.xml" Id="R0b9e1481a45d44c2" /><Relationship Type="http://schemas.openxmlformats.org/officeDocument/2006/relationships/slideLayout" Target="/ppt/slideLayouts/slideLayout3.xml" Id="Rc2173d0e9fea443a" /><Relationship Type="http://schemas.openxmlformats.org/officeDocument/2006/relationships/slideLayout" Target="/ppt/slideLayouts/slideLayout4.xml" Id="R612337e198244bab" /><Relationship Type="http://schemas.openxmlformats.org/officeDocument/2006/relationships/slideLayout" Target="/ppt/slideLayouts/slideLayout5.xml" Id="Re986dbdfbf1540ca" /><Relationship Type="http://schemas.openxmlformats.org/officeDocument/2006/relationships/slideLayout" Target="/ppt/slideLayouts/slideLayout6.xml" Id="R26d4d2517d18454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8ccfb3809ec4f94"/>
    <p:sldLayoutId xmlns:r="http://schemas.openxmlformats.org/officeDocument/2006/relationships" id="2147483650" r:id="R0b9e1481a45d44c2"/>
    <p:sldLayoutId xmlns:r="http://schemas.openxmlformats.org/officeDocument/2006/relationships" id="2147483651" r:id="Rc2173d0e9fea443a"/>
    <p:sldLayoutId xmlns:r="http://schemas.openxmlformats.org/officeDocument/2006/relationships" id="2147483652" r:id="R612337e198244bab"/>
    <p:sldLayoutId xmlns:r="http://schemas.openxmlformats.org/officeDocument/2006/relationships" id="2147483653" r:id="Re986dbdfbf1540ca"/>
    <p:sldLayoutId xmlns:r="http://schemas.openxmlformats.org/officeDocument/2006/relationships" id="2147483654" r:id="R26d4d2517d18454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a42cb4b636f4ba3" /><Relationship Type="http://schemas.openxmlformats.org/officeDocument/2006/relationships/image" Target="/ppt/media/image.png" Id="R680c35430c5447c2" /><Relationship Type="http://schemas.openxmlformats.org/officeDocument/2006/relationships/notesSlide" Target="/ppt/notesSlides/notesSlide1.xml" Id="R59f88df3edaf42c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408b5cfb738406a" /><Relationship Type="http://schemas.openxmlformats.org/officeDocument/2006/relationships/notesSlide" Target="/ppt/notesSlides/notesSlide2.xml" Id="Re3bd99174f22423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a9c8ad4424f4961" /><Relationship Type="http://schemas.openxmlformats.org/officeDocument/2006/relationships/notesSlide" Target="/ppt/notesSlides/notesSlide3.xml" Id="R7375b85a34334e0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a44a4e739d94be0" /><Relationship Type="http://schemas.openxmlformats.org/officeDocument/2006/relationships/notesSlide" Target="/ppt/notesSlides/notesSlide4.xml" Id="Rb32317bdfbfd461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7ffb0655ae8415f" /><Relationship Type="http://schemas.openxmlformats.org/officeDocument/2006/relationships/notesSlide" Target="/ppt/notesSlides/notesSlide5.xml" Id="R83a0cdc507f6454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afdb7486cda4d33" /><Relationship Type="http://schemas.openxmlformats.org/officeDocument/2006/relationships/notesSlide" Target="/ppt/notesSlides/notesSlide6.xml" Id="R55f808cb4fba4f6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b02681fc3524a5b" /><Relationship Type="http://schemas.openxmlformats.org/officeDocument/2006/relationships/notesSlide" Target="/ppt/notesSlides/notesSlide7.xml" Id="R5a9bb696b0fb402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b3f61317cf7465d" /><Relationship Type="http://schemas.openxmlformats.org/officeDocument/2006/relationships/notesSlide" Target="/ppt/notesSlides/notesSlide8.xml" Id="R103ec6cc21084ec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1ea66b2c4114cef" /><Relationship Type="http://schemas.openxmlformats.org/officeDocument/2006/relationships/notesSlide" Target="/ppt/notesSlides/notesSlide9.xml" Id="R8395246413224a1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2e97d77250a42d1" /><Relationship Type="http://schemas.openxmlformats.org/officeDocument/2006/relationships/notesSlide" Target="/ppt/notesSlides/notesSlide10.xml" Id="R2aac85bc49b3428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9dac45c60f24370" /><Relationship Type="http://schemas.openxmlformats.org/officeDocument/2006/relationships/notesSlide" Target="/ppt/notesSlides/notesSlide11.xml" Id="R5d2f9558df424cf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0c8b0da0b444e25" /><Relationship Type="http://schemas.openxmlformats.org/officeDocument/2006/relationships/notesSlide" Target="/ppt/notesSlides/notesSlide12.xml" Id="R2de1d0c1e07e457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ew Relic en&#10;Stock-Quest">
            <a:extLst xmlns:a="http://schemas.openxmlformats.org/drawingml/2006/main">
              <a:ext uri="{FF2B5EF4-FFF2-40B4-BE49-F238E27FC236}">
                <a16:creationId xmlns:a16="http://schemas.microsoft.com/office/drawing/2014/main" id="{51519A41-7D31-4825-8723-1CBB8DE95DB0}"/>
              </a:ext>
            </a:extLst>
          </p:cNvPr>
          <p:cNvSpPr>
            <a:spLocks xmlns:a="http://schemas.openxmlformats.org/drawingml/2006/main" noGrp="1"/>
          </p:cNvSpPr>
          <p:nvPr/>
        </p:nvSpPr>
        <p:spPr>
          <a:xfrm xmlns:a="http://schemas.openxmlformats.org/drawingml/2006/main">
            <a:off x="685800" y="1314450"/>
            <a:ext cx="676275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100" b="1">
                <a:solidFill>
                  <a:srgbClr val="0B233F"/>
                </a:solidFill>
                <a:latin typeface="Arial"/>
                <a:ea typeface="Arial"/>
                <a:cs typeface="Arial"/>
              </a:defRPr>
            </a:defPPr>
            <a:lvl1pPr>
              <a:defRPr sz="5100" b="1">
                <a:solidFill>
                  <a:srgbClr val="0B233F"/>
                </a:solidFill>
                <a:latin typeface="Arial"/>
                <a:ea typeface="Arial"/>
                <a:cs typeface="Arial"/>
              </a:defRPr>
            </a:lvl1pPr>
            <a:lvl2pPr>
              <a:defRPr sz="5100" b="1">
                <a:solidFill>
                  <a:srgbClr val="0B233F"/>
                </a:solidFill>
                <a:latin typeface="Arial"/>
                <a:ea typeface="Arial"/>
                <a:cs typeface="Arial"/>
              </a:defRPr>
            </a:lvl2pPr>
            <a:lvl3pPr>
              <a:defRPr sz="5100" b="1">
                <a:solidFill>
                  <a:srgbClr val="0B233F"/>
                </a:solidFill>
                <a:latin typeface="Arial"/>
                <a:ea typeface="Arial"/>
                <a:cs typeface="Arial"/>
              </a:defRPr>
            </a:lvl3pPr>
            <a:lvl4pPr>
              <a:defRPr sz="5100" b="1">
                <a:solidFill>
                  <a:srgbClr val="0B233F"/>
                </a:solidFill>
                <a:latin typeface="Arial"/>
                <a:ea typeface="Arial"/>
                <a:cs typeface="Arial"/>
              </a:defRPr>
            </a:lvl4pPr>
            <a:lvl5pPr>
              <a:defRPr sz="5100" b="1">
                <a:solidFill>
                  <a:srgbClr val="0B233F"/>
                </a:solidFill>
                <a:latin typeface="Arial"/>
                <a:ea typeface="Arial"/>
                <a:cs typeface="Arial"/>
              </a:defRPr>
            </a:lvl5pPr>
            <a:lvl6pPr>
              <a:defRPr sz="5100" b="1">
                <a:solidFill>
                  <a:srgbClr val="0B233F"/>
                </a:solidFill>
                <a:latin typeface="Arial"/>
                <a:ea typeface="Arial"/>
                <a:cs typeface="Arial"/>
              </a:defRPr>
            </a:lvl6pPr>
            <a:lvl7pPr>
              <a:defRPr sz="5100" b="1">
                <a:solidFill>
                  <a:srgbClr val="0B233F"/>
                </a:solidFill>
                <a:latin typeface="Arial"/>
                <a:ea typeface="Arial"/>
                <a:cs typeface="Arial"/>
              </a:defRPr>
            </a:lvl7pPr>
            <a:lvl8pPr>
              <a:defRPr sz="5100" b="1">
                <a:solidFill>
                  <a:srgbClr val="0B233F"/>
                </a:solidFill>
                <a:latin typeface="Arial"/>
                <a:ea typeface="Arial"/>
                <a:cs typeface="Arial"/>
              </a:defRPr>
            </a:lvl8pPr>
            <a:lvl9pPr>
              <a:defRPr sz="5100" b="1">
                <a:solidFill>
                  <a:srgbClr val="0B233F"/>
                </a:solidFill>
                <a:latin typeface="Arial"/>
                <a:ea typeface="Arial"/>
                <a:cs typeface="Arial"/>
              </a:defRPr>
            </a:lvl9pPr>
          </a:lstStyle>
          <a:p xmlns:a="http://schemas.openxmlformats.org/drawingml/2006/main">
            <a:pPr>
              <a:defRPr sz="5100" b="1">
                <a:solidFill>
                  <a:srgbClr val="0B233F"/>
                </a:solidFill>
                <a:latin typeface="Arial"/>
                <a:ea typeface="Arial"/>
                <a:cs typeface="Arial"/>
              </a:defRPr>
            </a:pPr>
            <a:r>
              <a:rPr sz="5100" b="1">
                <a:solidFill>
                  <a:srgbClr val="0B233F"/>
                </a:solidFill>
                <a:latin typeface="Arial"/>
                <a:ea typeface="Arial"/>
                <a:cs typeface="Arial"/>
              </a:rPr>
              <a:t>New Relic en</a:t>
            </a:r>
          </a:p>
          <a:p xmlns:a="http://schemas.openxmlformats.org/drawingml/2006/main">
            <a:pPr>
              <a:defRPr sz="5100" b="1">
                <a:solidFill>
                  <a:srgbClr val="0B233F"/>
                </a:solidFill>
                <a:latin typeface="Arial"/>
                <a:ea typeface="Arial"/>
                <a:cs typeface="Arial"/>
              </a:defRPr>
            </a:pPr>
            <a:r>
              <a:rPr sz="5100" b="1">
                <a:solidFill>
                  <a:srgbClr val="0B233F"/>
                </a:solidFill>
                <a:latin typeface="Arial"/>
                <a:ea typeface="Arial"/>
                <a:cs typeface="Arial"/>
              </a:rPr>
              <a:t>Stock-Quest</a:t>
            </a:r>
          </a:p>
        </p:txBody>
      </p:sp>
      <p:sp>
        <p:nvSpPr>
          <p:cNvPr id="2" name="Plan de implementación&#10;para una aplicación de baja escala">
            <a:extLst xmlns:a="http://schemas.openxmlformats.org/drawingml/2006/main">
              <a:ext uri="{FF2B5EF4-FFF2-40B4-BE49-F238E27FC236}">
                <a16:creationId xmlns:a16="http://schemas.microsoft.com/office/drawing/2014/main" id="{6AB2FCED-2D09-4708-B97D-3E49024B3CCC}"/>
              </a:ext>
            </a:extLst>
          </p:cNvPr>
          <p:cNvSpPr>
            <a:spLocks xmlns:a="http://schemas.openxmlformats.org/drawingml/2006/main" noGrp="1"/>
          </p:cNvSpPr>
          <p:nvPr/>
        </p:nvSpPr>
        <p:spPr>
          <a:xfrm xmlns:a="http://schemas.openxmlformats.org/drawingml/2006/main">
            <a:off x="723900" y="3438525"/>
            <a:ext cx="657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526575"/>
                </a:solidFill>
                <a:latin typeface="Arial"/>
                <a:ea typeface="Arial"/>
                <a:cs typeface="Arial"/>
              </a:defRPr>
            </a:defPPr>
            <a:lvl1pPr>
              <a:defRPr sz="2400" b="0">
                <a:solidFill>
                  <a:srgbClr val="526575"/>
                </a:solidFill>
                <a:latin typeface="Arial"/>
                <a:ea typeface="Arial"/>
                <a:cs typeface="Arial"/>
              </a:defRPr>
            </a:lvl1pPr>
            <a:lvl2pPr>
              <a:defRPr sz="2400" b="0">
                <a:solidFill>
                  <a:srgbClr val="526575"/>
                </a:solidFill>
                <a:latin typeface="Arial"/>
                <a:ea typeface="Arial"/>
                <a:cs typeface="Arial"/>
              </a:defRPr>
            </a:lvl2pPr>
            <a:lvl3pPr>
              <a:defRPr sz="2400" b="0">
                <a:solidFill>
                  <a:srgbClr val="526575"/>
                </a:solidFill>
                <a:latin typeface="Arial"/>
                <a:ea typeface="Arial"/>
                <a:cs typeface="Arial"/>
              </a:defRPr>
            </a:lvl3pPr>
            <a:lvl4pPr>
              <a:defRPr sz="2400" b="0">
                <a:solidFill>
                  <a:srgbClr val="526575"/>
                </a:solidFill>
                <a:latin typeface="Arial"/>
                <a:ea typeface="Arial"/>
                <a:cs typeface="Arial"/>
              </a:defRPr>
            </a:lvl4pPr>
            <a:lvl5pPr>
              <a:defRPr sz="2400" b="0">
                <a:solidFill>
                  <a:srgbClr val="526575"/>
                </a:solidFill>
                <a:latin typeface="Arial"/>
                <a:ea typeface="Arial"/>
                <a:cs typeface="Arial"/>
              </a:defRPr>
            </a:lvl5pPr>
            <a:lvl6pPr>
              <a:defRPr sz="2400" b="0">
                <a:solidFill>
                  <a:srgbClr val="526575"/>
                </a:solidFill>
                <a:latin typeface="Arial"/>
                <a:ea typeface="Arial"/>
                <a:cs typeface="Arial"/>
              </a:defRPr>
            </a:lvl6pPr>
            <a:lvl7pPr>
              <a:defRPr sz="2400" b="0">
                <a:solidFill>
                  <a:srgbClr val="526575"/>
                </a:solidFill>
                <a:latin typeface="Arial"/>
                <a:ea typeface="Arial"/>
                <a:cs typeface="Arial"/>
              </a:defRPr>
            </a:lvl7pPr>
            <a:lvl8pPr>
              <a:defRPr sz="2400" b="0">
                <a:solidFill>
                  <a:srgbClr val="526575"/>
                </a:solidFill>
                <a:latin typeface="Arial"/>
                <a:ea typeface="Arial"/>
                <a:cs typeface="Arial"/>
              </a:defRPr>
            </a:lvl8pPr>
            <a:lvl9pPr>
              <a:defRPr sz="2400" b="0">
                <a:solidFill>
                  <a:srgbClr val="526575"/>
                </a:solidFill>
                <a:latin typeface="Arial"/>
                <a:ea typeface="Arial"/>
                <a:cs typeface="Arial"/>
              </a:defRPr>
            </a:lvl9pPr>
          </a:lstStyle>
          <a:p xmlns:a="http://schemas.openxmlformats.org/drawingml/2006/main">
            <a:pPr>
              <a:defRPr sz="2400" b="0">
                <a:solidFill>
                  <a:srgbClr val="526575"/>
                </a:solidFill>
                <a:latin typeface="Arial"/>
                <a:ea typeface="Arial"/>
                <a:cs typeface="Arial"/>
              </a:defRPr>
            </a:pPr>
            <a:r>
              <a:rPr sz="2400" b="0">
                <a:solidFill>
                  <a:srgbClr val="526575"/>
                </a:solidFill>
                <a:latin typeface="Arial"/>
                <a:ea typeface="Arial"/>
                <a:cs typeface="Arial"/>
              </a:rPr>
              <a:t>Plan de implementación</a:t>
            </a:r>
          </a:p>
          <a:p xmlns:a="http://schemas.openxmlformats.org/drawingml/2006/main">
            <a:pPr>
              <a:defRPr sz="2400" b="0">
                <a:solidFill>
                  <a:srgbClr val="526575"/>
                </a:solidFill>
                <a:latin typeface="Arial"/>
                <a:ea typeface="Arial"/>
                <a:cs typeface="Arial"/>
              </a:defRPr>
            </a:pPr>
            <a:r>
              <a:rPr sz="2400" b="0">
                <a:solidFill>
                  <a:srgbClr val="526575"/>
                </a:solidFill>
                <a:latin typeface="Arial"/>
                <a:ea typeface="Arial"/>
                <a:cs typeface="Arial"/>
              </a:rPr>
              <a:t>para una aplicación de baja escala</a:t>
            </a:r>
          </a:p>
        </p:txBody>
      </p:sp>
      <p:sp>
        <p:nvSpPr>
          <p:cNvPr id="3" name="Fase de monitoreo del ciclo de vida del software">
            <a:extLst xmlns:a="http://schemas.openxmlformats.org/drawingml/2006/main">
              <a:ext uri="{FF2B5EF4-FFF2-40B4-BE49-F238E27FC236}">
                <a16:creationId xmlns:a16="http://schemas.microsoft.com/office/drawing/2014/main" id="{63A3EB3A-3F90-49D7-841F-4932FF28F465}"/>
              </a:ext>
            </a:extLst>
          </p:cNvPr>
          <p:cNvSpPr>
            <a:spLocks xmlns:a="http://schemas.openxmlformats.org/drawingml/2006/main" noGrp="1"/>
          </p:cNvSpPr>
          <p:nvPr/>
        </p:nvSpPr>
        <p:spPr>
          <a:xfrm xmlns:a="http://schemas.openxmlformats.org/drawingml/2006/main">
            <a:off x="723900" y="5153025"/>
            <a:ext cx="704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52D43"/>
                </a:solidFill>
                <a:latin typeface="Arial"/>
                <a:ea typeface="Arial"/>
                <a:cs typeface="Arial"/>
              </a:defRPr>
            </a:defPPr>
            <a:lvl1pPr>
              <a:defRPr sz="1800" b="0">
                <a:solidFill>
                  <a:srgbClr val="152D43"/>
                </a:solidFill>
                <a:latin typeface="Arial"/>
                <a:ea typeface="Arial"/>
                <a:cs typeface="Arial"/>
              </a:defRPr>
            </a:lvl1pPr>
            <a:lvl2pPr>
              <a:defRPr sz="1800" b="0">
                <a:solidFill>
                  <a:srgbClr val="152D43"/>
                </a:solidFill>
                <a:latin typeface="Arial"/>
                <a:ea typeface="Arial"/>
                <a:cs typeface="Arial"/>
              </a:defRPr>
            </a:lvl2pPr>
            <a:lvl3pPr>
              <a:defRPr sz="1800" b="0">
                <a:solidFill>
                  <a:srgbClr val="152D43"/>
                </a:solidFill>
                <a:latin typeface="Arial"/>
                <a:ea typeface="Arial"/>
                <a:cs typeface="Arial"/>
              </a:defRPr>
            </a:lvl3pPr>
            <a:lvl4pPr>
              <a:defRPr sz="1800" b="0">
                <a:solidFill>
                  <a:srgbClr val="152D43"/>
                </a:solidFill>
                <a:latin typeface="Arial"/>
                <a:ea typeface="Arial"/>
                <a:cs typeface="Arial"/>
              </a:defRPr>
            </a:lvl4pPr>
            <a:lvl5pPr>
              <a:defRPr sz="1800" b="0">
                <a:solidFill>
                  <a:srgbClr val="152D43"/>
                </a:solidFill>
                <a:latin typeface="Arial"/>
                <a:ea typeface="Arial"/>
                <a:cs typeface="Arial"/>
              </a:defRPr>
            </a:lvl5pPr>
            <a:lvl6pPr>
              <a:defRPr sz="1800" b="0">
                <a:solidFill>
                  <a:srgbClr val="152D43"/>
                </a:solidFill>
                <a:latin typeface="Arial"/>
                <a:ea typeface="Arial"/>
                <a:cs typeface="Arial"/>
              </a:defRPr>
            </a:lvl6pPr>
            <a:lvl7pPr>
              <a:defRPr sz="1800" b="0">
                <a:solidFill>
                  <a:srgbClr val="152D43"/>
                </a:solidFill>
                <a:latin typeface="Arial"/>
                <a:ea typeface="Arial"/>
                <a:cs typeface="Arial"/>
              </a:defRPr>
            </a:lvl7pPr>
            <a:lvl8pPr>
              <a:defRPr sz="1800" b="0">
                <a:solidFill>
                  <a:srgbClr val="152D43"/>
                </a:solidFill>
                <a:latin typeface="Arial"/>
                <a:ea typeface="Arial"/>
                <a:cs typeface="Arial"/>
              </a:defRPr>
            </a:lvl8pPr>
            <a:lvl9pPr>
              <a:defRPr sz="1800" b="0">
                <a:solidFill>
                  <a:srgbClr val="152D43"/>
                </a:solidFill>
                <a:latin typeface="Arial"/>
                <a:ea typeface="Arial"/>
                <a:cs typeface="Arial"/>
              </a:defRPr>
            </a:lvl9pPr>
          </a:lstStyle>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Fase de monitoreo del ciclo de vida del software</a:t>
            </a:r>
          </a:p>
        </p:txBody>
      </p:sp>
      <p:sp>
        <p:nvSpPr>
          <p:cNvPr id="4" name="Integración pendiente de ejecutar y validar">
            <a:extLst xmlns:a="http://schemas.openxmlformats.org/drawingml/2006/main">
              <a:ext uri="{FF2B5EF4-FFF2-40B4-BE49-F238E27FC236}">
                <a16:creationId xmlns:a16="http://schemas.microsoft.com/office/drawing/2014/main" id="{075CD307-ABB3-4C8A-8C30-673E09F9D2CF}"/>
              </a:ext>
            </a:extLst>
          </p:cNvPr>
          <p:cNvSpPr>
            <a:spLocks xmlns:a="http://schemas.openxmlformats.org/drawingml/2006/main" noGrp="1"/>
          </p:cNvSpPr>
          <p:nvPr/>
        </p:nvSpPr>
        <p:spPr>
          <a:xfrm xmlns:a="http://schemas.openxmlformats.org/drawingml/2006/main">
            <a:off x="723900" y="5943600"/>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087E74"/>
                </a:solidFill>
                <a:latin typeface="Arial"/>
                <a:ea typeface="Arial"/>
                <a:cs typeface="Arial"/>
              </a:defRPr>
            </a:defPPr>
            <a:lvl1pPr>
              <a:defRPr sz="1725" b="1">
                <a:solidFill>
                  <a:srgbClr val="087E74"/>
                </a:solidFill>
                <a:latin typeface="Arial"/>
                <a:ea typeface="Arial"/>
                <a:cs typeface="Arial"/>
              </a:defRPr>
            </a:lvl1pPr>
            <a:lvl2pPr>
              <a:defRPr sz="1725" b="1">
                <a:solidFill>
                  <a:srgbClr val="087E74"/>
                </a:solidFill>
                <a:latin typeface="Arial"/>
                <a:ea typeface="Arial"/>
                <a:cs typeface="Arial"/>
              </a:defRPr>
            </a:lvl2pPr>
            <a:lvl3pPr>
              <a:defRPr sz="1725" b="1">
                <a:solidFill>
                  <a:srgbClr val="087E74"/>
                </a:solidFill>
                <a:latin typeface="Arial"/>
                <a:ea typeface="Arial"/>
                <a:cs typeface="Arial"/>
              </a:defRPr>
            </a:lvl3pPr>
            <a:lvl4pPr>
              <a:defRPr sz="1725" b="1">
                <a:solidFill>
                  <a:srgbClr val="087E74"/>
                </a:solidFill>
                <a:latin typeface="Arial"/>
                <a:ea typeface="Arial"/>
                <a:cs typeface="Arial"/>
              </a:defRPr>
            </a:lvl4pPr>
            <a:lvl5pPr>
              <a:defRPr sz="1725" b="1">
                <a:solidFill>
                  <a:srgbClr val="087E74"/>
                </a:solidFill>
                <a:latin typeface="Arial"/>
                <a:ea typeface="Arial"/>
                <a:cs typeface="Arial"/>
              </a:defRPr>
            </a:lvl5pPr>
            <a:lvl6pPr>
              <a:defRPr sz="1725" b="1">
                <a:solidFill>
                  <a:srgbClr val="087E74"/>
                </a:solidFill>
                <a:latin typeface="Arial"/>
                <a:ea typeface="Arial"/>
                <a:cs typeface="Arial"/>
              </a:defRPr>
            </a:lvl6pPr>
            <a:lvl7pPr>
              <a:defRPr sz="1725" b="1">
                <a:solidFill>
                  <a:srgbClr val="087E74"/>
                </a:solidFill>
                <a:latin typeface="Arial"/>
                <a:ea typeface="Arial"/>
                <a:cs typeface="Arial"/>
              </a:defRPr>
            </a:lvl7pPr>
            <a:lvl8pPr>
              <a:defRPr sz="1725" b="1">
                <a:solidFill>
                  <a:srgbClr val="087E74"/>
                </a:solidFill>
                <a:latin typeface="Arial"/>
                <a:ea typeface="Arial"/>
                <a:cs typeface="Arial"/>
              </a:defRPr>
            </a:lvl8pPr>
            <a:lvl9pPr>
              <a:defRPr sz="1725" b="1">
                <a:solidFill>
                  <a:srgbClr val="087E74"/>
                </a:solidFill>
                <a:latin typeface="Arial"/>
                <a:ea typeface="Arial"/>
                <a:cs typeface="Arial"/>
              </a:defRPr>
            </a:lvl9pPr>
          </a:lstStyle>
          <a:p xmlns:a="http://schemas.openxmlformats.org/drawingml/2006/main">
            <a:pPr>
              <a:defRPr sz="1725" b="1">
                <a:solidFill>
                  <a:srgbClr val="087E74"/>
                </a:solidFill>
                <a:latin typeface="Arial"/>
                <a:ea typeface="Arial"/>
                <a:cs typeface="Arial"/>
              </a:defRPr>
            </a:pPr>
            <a:r>
              <a:rPr sz="1725" b="1">
                <a:solidFill>
                  <a:srgbClr val="087E74"/>
                </a:solidFill>
                <a:latin typeface="Arial"/>
                <a:ea typeface="Arial"/>
                <a:cs typeface="Arial"/>
              </a:rPr>
              <a:t>Integración pendiente de ejecutar y validar</a:t>
            </a:r>
          </a:p>
        </p:txBody>
      </p:sp>
      <p:pic>
        <p:nvPicPr>
          <p:cNvPr id="5" name="">
            <a:extLst xmlns:a="http://schemas.openxmlformats.org/drawingml/2006/main">
              <a:ext uri="{FF2B5EF4-FFF2-40B4-BE49-F238E27FC236}">
                <a16:creationId xmlns:a16="http://schemas.microsoft.com/office/drawing/2014/main" id="{8026CED2-F5F9-42D4-B920-A73E65BCB6E8}"/>
              </a:ext>
            </a:extLst>
          </p:cNvPr>
          <p:cNvPicPr>
            <a:picLocks xmlns:a="http://schemas.openxmlformats.org/drawingml/2006/main" noChangeAspect="1"/>
          </p:cNvPicPr>
          <p:nvPr/>
        </p:nvPicPr>
        <p:blipFill>
          <a:blip xmlns:r="http://schemas.openxmlformats.org/officeDocument/2006/relationships" xmlns:a="http://schemas.openxmlformats.org/drawingml/2006/main" r:embed="R680c35430c5447c2"/>
          <a:stretch xmlns:a="http://schemas.openxmlformats.org/drawingml/2006/main"/>
        </p:blipFill>
        <p:spPr>
          <a:xfrm xmlns:a="http://schemas.openxmlformats.org/drawingml/2006/main">
            <a:off x="7858125" y="1873342"/>
            <a:ext cx="3524250" cy="2492190"/>
          </a:xfrm>
          <a:prstGeom xmlns:a="http://schemas.openxmlformats.org/drawingml/2006/main" prst="rect">
            <a:avLst/>
          </a:prstGeom>
        </p:spPr>
      </p:pic>
    </p:spTree>
    <p:extLst>
      <p:ext uri="{BB962C8B-B14F-4D97-AF65-F5344CB8AC3E}">
        <p14:creationId xmlns:p14="http://schemas.microsoft.com/office/powerpoint/2010/main" val="69731150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Punto de partida">
            <a:extLst xmlns:a="http://schemas.openxmlformats.org/drawingml/2006/main">
              <a:ext uri="{FF2B5EF4-FFF2-40B4-BE49-F238E27FC236}">
                <a16:creationId xmlns:a16="http://schemas.microsoft.com/office/drawing/2014/main" id="{10A4CB19-74CE-4C3E-A797-6F3100356577}"/>
              </a:ext>
            </a:extLst>
          </p:cNvPr>
          <p:cNvSpPr>
            <a:spLocks xmlns:a="http://schemas.openxmlformats.org/drawingml/2006/main" noGrp="1"/>
          </p:cNvSpPr>
          <p:nvPr/>
        </p:nvSpPr>
        <p:spPr>
          <a:xfrm xmlns:a="http://schemas.openxmlformats.org/drawingml/2006/main">
            <a:off x="685800" y="523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0B233F"/>
                </a:solidFill>
                <a:latin typeface="Arial"/>
                <a:ea typeface="Arial"/>
                <a:cs typeface="Arial"/>
              </a:defRPr>
            </a:defPPr>
            <a:lvl1pPr>
              <a:defRPr sz="3600" b="1">
                <a:solidFill>
                  <a:srgbClr val="0B233F"/>
                </a:solidFill>
                <a:latin typeface="Arial"/>
                <a:ea typeface="Arial"/>
                <a:cs typeface="Arial"/>
              </a:defRPr>
            </a:lvl1pPr>
            <a:lvl2pPr>
              <a:defRPr sz="3600" b="1">
                <a:solidFill>
                  <a:srgbClr val="0B233F"/>
                </a:solidFill>
                <a:latin typeface="Arial"/>
                <a:ea typeface="Arial"/>
                <a:cs typeface="Arial"/>
              </a:defRPr>
            </a:lvl2pPr>
            <a:lvl3pPr>
              <a:defRPr sz="3600" b="1">
                <a:solidFill>
                  <a:srgbClr val="0B233F"/>
                </a:solidFill>
                <a:latin typeface="Arial"/>
                <a:ea typeface="Arial"/>
                <a:cs typeface="Arial"/>
              </a:defRPr>
            </a:lvl3pPr>
            <a:lvl4pPr>
              <a:defRPr sz="3600" b="1">
                <a:solidFill>
                  <a:srgbClr val="0B233F"/>
                </a:solidFill>
                <a:latin typeface="Arial"/>
                <a:ea typeface="Arial"/>
                <a:cs typeface="Arial"/>
              </a:defRPr>
            </a:lvl4pPr>
            <a:lvl5pPr>
              <a:defRPr sz="3600" b="1">
                <a:solidFill>
                  <a:srgbClr val="0B233F"/>
                </a:solidFill>
                <a:latin typeface="Arial"/>
                <a:ea typeface="Arial"/>
                <a:cs typeface="Arial"/>
              </a:defRPr>
            </a:lvl5pPr>
            <a:lvl6pPr>
              <a:defRPr sz="3600" b="1">
                <a:solidFill>
                  <a:srgbClr val="0B233F"/>
                </a:solidFill>
                <a:latin typeface="Arial"/>
                <a:ea typeface="Arial"/>
                <a:cs typeface="Arial"/>
              </a:defRPr>
            </a:lvl6pPr>
            <a:lvl7pPr>
              <a:defRPr sz="3600" b="1">
                <a:solidFill>
                  <a:srgbClr val="0B233F"/>
                </a:solidFill>
                <a:latin typeface="Arial"/>
                <a:ea typeface="Arial"/>
                <a:cs typeface="Arial"/>
              </a:defRPr>
            </a:lvl7pPr>
            <a:lvl8pPr>
              <a:defRPr sz="3600" b="1">
                <a:solidFill>
                  <a:srgbClr val="0B233F"/>
                </a:solidFill>
                <a:latin typeface="Arial"/>
                <a:ea typeface="Arial"/>
                <a:cs typeface="Arial"/>
              </a:defRPr>
            </a:lvl8pPr>
            <a:lvl9pPr>
              <a:defRPr sz="3600" b="1">
                <a:solidFill>
                  <a:srgbClr val="0B233F"/>
                </a:solidFill>
                <a:latin typeface="Arial"/>
                <a:ea typeface="Arial"/>
                <a:cs typeface="Arial"/>
              </a:defRPr>
            </a:lvl9pPr>
          </a:lstStyle>
          <a:p xmlns:a="http://schemas.openxmlformats.org/drawingml/2006/main">
            <a:pPr>
              <a:defRPr sz="3600" b="1">
                <a:solidFill>
                  <a:srgbClr val="0B233F"/>
                </a:solidFill>
                <a:latin typeface="Arial"/>
                <a:ea typeface="Arial"/>
                <a:cs typeface="Arial"/>
              </a:defRPr>
            </a:pPr>
            <a:r>
              <a:rPr sz="3600" b="1">
                <a:solidFill>
                  <a:srgbClr val="0B233F"/>
                </a:solidFill>
                <a:latin typeface="Arial"/>
                <a:ea typeface="Arial"/>
                <a:cs typeface="Arial"/>
              </a:rPr>
              <a:t>Punto de partida</a:t>
            </a:r>
          </a:p>
        </p:txBody>
      </p:sp>
      <p:sp>
        <p:nvSpPr>
          <p:cNvPr id="2" name="Stock-Quest">
            <a:extLst xmlns:a="http://schemas.openxmlformats.org/drawingml/2006/main">
              <a:ext uri="{FF2B5EF4-FFF2-40B4-BE49-F238E27FC236}">
                <a16:creationId xmlns:a16="http://schemas.microsoft.com/office/drawing/2014/main" id="{1F36B218-33A0-4C12-8E57-7A56B44A876A}"/>
              </a:ext>
            </a:extLst>
          </p:cNvPr>
          <p:cNvSpPr>
            <a:spLocks xmlns:a="http://schemas.openxmlformats.org/drawingml/2006/main" noGrp="1"/>
          </p:cNvSpPr>
          <p:nvPr/>
        </p:nvSpPr>
        <p:spPr>
          <a:xfrm xmlns:a="http://schemas.openxmlformats.org/drawingml/2006/main">
            <a:off x="685800" y="6448425"/>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Stock-Quest</a:t>
            </a:r>
          </a:p>
        </p:txBody>
      </p:sp>
      <p:sp>
        <p:nvSpPr>
          <p:cNvPr id="3" name="02">
            <a:extLst xmlns:a="http://schemas.openxmlformats.org/drawingml/2006/main">
              <a:ext uri="{FF2B5EF4-FFF2-40B4-BE49-F238E27FC236}">
                <a16:creationId xmlns:a16="http://schemas.microsoft.com/office/drawing/2014/main" id="{8C9DD2A5-E861-4D6E-95C7-A6938601D9A5}"/>
              </a:ext>
            </a:extLst>
          </p:cNvPr>
          <p:cNvSpPr>
            <a:spLocks xmlns:a="http://schemas.openxmlformats.org/drawingml/2006/main" noGrp="1"/>
          </p:cNvSpPr>
          <p:nvPr/>
        </p:nvSpPr>
        <p:spPr>
          <a:xfrm xmlns:a="http://schemas.openxmlformats.org/drawingml/2006/main">
            <a:off x="11144250" y="64484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02</a:t>
            </a:r>
          </a:p>
        </p:txBody>
      </p:sp>
      <p:graphicFrame>
        <p:nvGraphicFramePr>
          <p:cNvPr id="4" name="">
            <a:extLst xmlns:a="http://schemas.openxmlformats.org/drawingml/2006/main">
              <a:ext uri="{FF2B5EF4-FFF2-40B4-BE49-F238E27FC236}">
                <a16:creationId xmlns:a16="http://schemas.microsoft.com/office/drawing/2014/main" id="{D0C4695D-CE39-4929-91DC-609C2BAAABEC}"/>
              </a:ext>
            </a:extLst>
          </p:cNvPr>
          <p:cNvGraphicFramePr/>
          <p:nvPr/>
        </p:nvGraphicFramePr>
        <p:xfrm>
          <a:off xmlns:a="http://schemas.openxmlformats.org/drawingml/2006/main" x="685800" y="1762125"/>
          <a:ext xmlns:a="http://schemas.openxmlformats.org/drawingml/2006/main" cx="10820400" cy="3714750"/>
        </p:xfrm>
        <a:graphic xmlns:a="http://schemas.openxmlformats.org/drawingml/2006/main">
          <a:graphicData uri="http://schemas.openxmlformats.org/drawingml/2006/table">
            <a:tbl>
              <a:tblPr firstRow="1" bandRow="0"/>
              <a:tblGrid>
                <a:gridCol w="2476500"/>
                <a:gridCol w="3905250"/>
                <a:gridCol w="4438650"/>
              </a:tblGrid>
              <a:tr h="590550">
                <a:tc>
                  <a:txBody>
                    <a:bodyPr/>
                    <a:lstStyle/>
                    <a:p>
                      <a:r>
                        <a:rPr sz="1800" b="1">
                          <a:solidFill>
                            <a:srgbClr val="FFFFFF"/>
                          </a:solidFill>
                          <a:latin typeface="Arial"/>
                          <a:ea typeface="Arial"/>
                          <a:cs typeface="Arial"/>
                        </a:rPr>
                        <a:t>Componente</a:t>
                      </a:r>
                    </a:p>
                  </a:txBody>
                  <a:tcPr marL="171450" marR="171450" marT="142875" marB="114300" anchor="ctr">
                    <a:lnL w="5715">
                      <a:solidFill>
                        <a:srgbClr val="D7E0E6"/>
                      </a:solidFill>
                      <a:prstDash val="solid"/>
                    </a:lnL>
                    <a:lnR w="5715">
                      <a:solidFill>
                        <a:srgbClr val="D7E0E6"/>
                      </a:solidFill>
                      <a:prstDash val="solid"/>
                    </a:lnR>
                    <a:lnT w="5715">
                      <a:solidFill>
                        <a:srgbClr val="D7E0E6"/>
                      </a:solidFill>
                      <a:prstDash val="solid"/>
                    </a:lnT>
                    <a:lnB w="5715">
                      <a:solidFill>
                        <a:srgbClr val="D7E0E6"/>
                      </a:solidFill>
                      <a:prstDash val="solid"/>
                    </a:lnB>
                    <a:solidFill>
                      <a:srgbClr val="0B233F"/>
                    </a:solidFill>
                  </a:tcPr>
                </a:tc>
                <a:tc>
                  <a:txBody>
                    <a:bodyPr/>
                    <a:lstStyle/>
                    <a:p>
                      <a:r>
                        <a:rPr sz="1800" b="1">
                          <a:solidFill>
                            <a:srgbClr val="FFFFFF"/>
                          </a:solidFill>
                          <a:latin typeface="Arial"/>
                          <a:ea typeface="Arial"/>
                          <a:cs typeface="Arial"/>
                        </a:rPr>
                        <a:t>Estado verificado</a:t>
                      </a:r>
                    </a:p>
                  </a:txBody>
                  <a:tcPr marL="171450" marR="171450" marT="142875" marB="114300" anchor="ctr">
                    <a:lnR w="5715">
                      <a:solidFill>
                        <a:srgbClr val="D7E0E6"/>
                      </a:solidFill>
                      <a:prstDash val="solid"/>
                    </a:lnR>
                    <a:lnT w="5715">
                      <a:solidFill>
                        <a:srgbClr val="D7E0E6"/>
                      </a:solidFill>
                      <a:prstDash val="solid"/>
                    </a:lnT>
                    <a:lnB w="5715">
                      <a:solidFill>
                        <a:srgbClr val="D7E0E6"/>
                      </a:solidFill>
                      <a:prstDash val="solid"/>
                    </a:lnB>
                    <a:solidFill>
                      <a:srgbClr val="0B233F"/>
                    </a:solidFill>
                  </a:tcPr>
                </a:tc>
                <a:tc>
                  <a:txBody>
                    <a:bodyPr/>
                    <a:lstStyle/>
                    <a:p>
                      <a:r>
                        <a:rPr sz="1800" b="1">
                          <a:solidFill>
                            <a:srgbClr val="FFFFFF"/>
                          </a:solidFill>
                          <a:latin typeface="Arial"/>
                          <a:ea typeface="Arial"/>
                          <a:cs typeface="Arial"/>
                        </a:rPr>
                        <a:t>Qué falta</a:t>
                      </a:r>
                    </a:p>
                  </a:txBody>
                  <a:tcPr marL="171450" marR="171450" marT="142875" marB="114300" anchor="ctr">
                    <a:lnR w="5715">
                      <a:solidFill>
                        <a:srgbClr val="D7E0E6"/>
                      </a:solidFill>
                      <a:prstDash val="solid"/>
                    </a:lnR>
                    <a:lnT w="5715">
                      <a:solidFill>
                        <a:srgbClr val="D7E0E6"/>
                      </a:solidFill>
                      <a:prstDash val="solid"/>
                    </a:lnT>
                    <a:lnB w="5715">
                      <a:solidFill>
                        <a:srgbClr val="D7E0E6"/>
                      </a:solidFill>
                      <a:prstDash val="solid"/>
                    </a:lnB>
                    <a:solidFill>
                      <a:srgbClr val="0B233F"/>
                    </a:solidFill>
                  </a:tcPr>
                </a:tc>
              </a:tr>
              <a:tr h="781050">
                <a:tc>
                  <a:txBody>
                    <a:bodyPr/>
                    <a:lstStyle/>
                    <a:p>
                      <a:r>
                        <a:rPr sz="1875" b="0">
                          <a:solidFill>
                            <a:srgbClr val="152D43"/>
                          </a:solidFill>
                          <a:latin typeface="Arial"/>
                          <a:ea typeface="Arial"/>
                          <a:cs typeface="Arial"/>
                        </a:rPr>
                        <a:t>Frontend</a:t>
                      </a:r>
                    </a:p>
                  </a:txBody>
                  <a:tcPr marL="171450" marR="171450" marT="142875" marB="114300" anchor="ctr">
                    <a:lnL w="5715">
                      <a:solidFill>
                        <a:srgbClr val="D7E0E6"/>
                      </a:solidFill>
                      <a:prstDash val="solid"/>
                    </a:lnL>
                    <a:lnR w="5715">
                      <a:solidFill>
                        <a:srgbClr val="D7E0E6"/>
                      </a:solidFill>
                      <a:prstDash val="solid"/>
                    </a:lnR>
                    <a:lnB w="5715">
                      <a:solidFill>
                        <a:srgbClr val="D7E0E6"/>
                      </a:solidFill>
                      <a:prstDash val="solid"/>
                    </a:lnB>
                    <a:solidFill>
                      <a:srgbClr val="FFFFFF"/>
                    </a:solidFill>
                  </a:tcPr>
                </a:tc>
                <a:tc>
                  <a:txBody>
                    <a:bodyPr/>
                    <a:lstStyle/>
                    <a:p>
                      <a:r>
                        <a:rPr sz="1875" b="0">
                          <a:solidFill>
                            <a:srgbClr val="152D43"/>
                          </a:solidFill>
                          <a:latin typeface="Arial"/>
                          <a:ea typeface="Arial"/>
                          <a:cs typeface="Arial"/>
                        </a:rPr>
                        <a:t>React y Vite</a:t>
                      </a:r>
                    </a:p>
                  </a:txBody>
                  <a:tcPr marL="171450" marR="171450" marT="142875" marB="114300" anchor="ctr">
                    <a:lnR w="5715">
                      <a:solidFill>
                        <a:srgbClr val="D7E0E6"/>
                      </a:solidFill>
                      <a:prstDash val="solid"/>
                    </a:lnR>
                    <a:lnB w="5715">
                      <a:solidFill>
                        <a:srgbClr val="D7E0E6"/>
                      </a:solidFill>
                      <a:prstDash val="solid"/>
                    </a:lnB>
                    <a:solidFill>
                      <a:srgbClr val="FFFFFF"/>
                    </a:solidFill>
                  </a:tcPr>
                </a:tc>
                <a:tc>
                  <a:txBody>
                    <a:bodyPr/>
                    <a:lstStyle/>
                    <a:p>
                      <a:r>
                        <a:rPr sz="1875" b="0">
                          <a:solidFill>
                            <a:srgbClr val="152D43"/>
                          </a:solidFill>
                          <a:latin typeface="Arial"/>
                          <a:ea typeface="Arial"/>
                          <a:cs typeface="Arial"/>
                        </a:rPr>
                        <a:t>Agente Browser opcional</a:t>
                      </a:r>
                    </a:p>
                  </a:txBody>
                  <a:tcPr marL="171450" marR="171450" marT="142875" marB="114300" anchor="ctr">
                    <a:lnR w="5715">
                      <a:solidFill>
                        <a:srgbClr val="D7E0E6"/>
                      </a:solidFill>
                      <a:prstDash val="solid"/>
                    </a:lnR>
                    <a:lnB w="5715">
                      <a:solidFill>
                        <a:srgbClr val="D7E0E6"/>
                      </a:solidFill>
                      <a:prstDash val="solid"/>
                    </a:lnB>
                    <a:solidFill>
                      <a:srgbClr val="FFFFFF"/>
                    </a:solidFill>
                  </a:tcPr>
                </a:tc>
              </a:tr>
              <a:tr h="781050">
                <a:tc>
                  <a:txBody>
                    <a:bodyPr/>
                    <a:lstStyle/>
                    <a:p>
                      <a:r>
                        <a:rPr sz="1875" b="0">
                          <a:solidFill>
                            <a:srgbClr val="152D43"/>
                          </a:solidFill>
                          <a:latin typeface="Arial"/>
                          <a:ea typeface="Arial"/>
                          <a:cs typeface="Arial"/>
                        </a:rPr>
                        <a:t>API</a:t>
                      </a:r>
                    </a:p>
                  </a:txBody>
                  <a:tcPr marL="171450" marR="171450" marT="142875" marB="114300" anchor="ctr">
                    <a:lnL w="5715">
                      <a:solidFill>
                        <a:srgbClr val="D7E0E6"/>
                      </a:solidFill>
                      <a:prstDash val="solid"/>
                    </a:lnL>
                    <a:lnR w="5715">
                      <a:solidFill>
                        <a:srgbClr val="D7E0E6"/>
                      </a:solidFill>
                      <a:prstDash val="solid"/>
                    </a:lnR>
                    <a:lnB w="5715">
                      <a:solidFill>
                        <a:srgbClr val="D7E0E6"/>
                      </a:solidFill>
                      <a:prstDash val="solid"/>
                    </a:lnB>
                    <a:solidFill>
                      <a:srgbClr val="EFF3F5"/>
                    </a:solidFill>
                  </a:tcPr>
                </a:tc>
                <a:tc>
                  <a:txBody>
                    <a:bodyPr/>
                    <a:lstStyle/>
                    <a:p>
                      <a:r>
                        <a:rPr sz="1875" b="0">
                          <a:solidFill>
                            <a:srgbClr val="152D43"/>
                          </a:solidFill>
                          <a:latin typeface="Arial"/>
                          <a:ea typeface="Arial"/>
                          <a:cs typeface="Arial"/>
                        </a:rPr>
                        <a:t>Express, Node.js y Prisma</a:t>
                      </a:r>
                    </a:p>
                  </a:txBody>
                  <a:tcPr marL="171450" marR="171450" marT="142875" marB="114300" anchor="ctr">
                    <a:lnR w="5715">
                      <a:solidFill>
                        <a:srgbClr val="D7E0E6"/>
                      </a:solidFill>
                      <a:prstDash val="solid"/>
                    </a:lnR>
                    <a:lnB w="5715">
                      <a:solidFill>
                        <a:srgbClr val="D7E0E6"/>
                      </a:solidFill>
                      <a:prstDash val="solid"/>
                    </a:lnB>
                    <a:solidFill>
                      <a:srgbClr val="EFF3F5"/>
                    </a:solidFill>
                  </a:tcPr>
                </a:tc>
                <a:tc>
                  <a:txBody>
                    <a:bodyPr/>
                    <a:lstStyle/>
                    <a:p>
                      <a:r>
                        <a:rPr sz="1875" b="0">
                          <a:solidFill>
                            <a:srgbClr val="152D43"/>
                          </a:solidFill>
                          <a:latin typeface="Arial"/>
                          <a:ea typeface="Arial"/>
                          <a:cs typeface="Arial"/>
                        </a:rPr>
                        <a:t>Instalar el agente APM</a:t>
                      </a:r>
                    </a:p>
                  </a:txBody>
                  <a:tcPr marL="171450" marR="171450" marT="142875" marB="114300" anchor="ctr">
                    <a:lnR w="5715">
                      <a:solidFill>
                        <a:srgbClr val="D7E0E6"/>
                      </a:solidFill>
                      <a:prstDash val="solid"/>
                    </a:lnR>
                    <a:lnB w="5715">
                      <a:solidFill>
                        <a:srgbClr val="D7E0E6"/>
                      </a:solidFill>
                      <a:prstDash val="solid"/>
                    </a:lnB>
                    <a:solidFill>
                      <a:srgbClr val="EFF3F5"/>
                    </a:solidFill>
                  </a:tcPr>
                </a:tc>
              </a:tr>
              <a:tr h="781050">
                <a:tc>
                  <a:txBody>
                    <a:bodyPr/>
                    <a:lstStyle/>
                    <a:p>
                      <a:r>
                        <a:rPr sz="1875" b="0">
                          <a:solidFill>
                            <a:srgbClr val="152D43"/>
                          </a:solidFill>
                          <a:latin typeface="Arial"/>
                          <a:ea typeface="Arial"/>
                          <a:cs typeface="Arial"/>
                        </a:rPr>
                        <a:t>Base de datos</a:t>
                      </a:r>
                    </a:p>
                  </a:txBody>
                  <a:tcPr marL="171450" marR="171450" marT="142875" marB="114300" anchor="ctr">
                    <a:lnL w="5715">
                      <a:solidFill>
                        <a:srgbClr val="D7E0E6"/>
                      </a:solidFill>
                      <a:prstDash val="solid"/>
                    </a:lnL>
                    <a:lnR w="5715">
                      <a:solidFill>
                        <a:srgbClr val="D7E0E6"/>
                      </a:solidFill>
                      <a:prstDash val="solid"/>
                    </a:lnR>
                    <a:lnB w="5715">
                      <a:solidFill>
                        <a:srgbClr val="D7E0E6"/>
                      </a:solidFill>
                      <a:prstDash val="solid"/>
                    </a:lnB>
                    <a:solidFill>
                      <a:srgbClr val="FFFFFF"/>
                    </a:solidFill>
                  </a:tcPr>
                </a:tc>
                <a:tc>
                  <a:txBody>
                    <a:bodyPr/>
                    <a:lstStyle/>
                    <a:p>
                      <a:r>
                        <a:rPr sz="1875" b="0">
                          <a:solidFill>
                            <a:srgbClr val="152D43"/>
                          </a:solidFill>
                          <a:latin typeface="Arial"/>
                          <a:ea typeface="Arial"/>
                          <a:cs typeface="Arial"/>
                        </a:rPr>
                        <a:t>PostgreSQL</a:t>
                      </a:r>
                    </a:p>
                  </a:txBody>
                  <a:tcPr marL="171450" marR="171450" marT="142875" marB="114300" anchor="ctr">
                    <a:lnR w="5715">
                      <a:solidFill>
                        <a:srgbClr val="D7E0E6"/>
                      </a:solidFill>
                      <a:prstDash val="solid"/>
                    </a:lnR>
                    <a:lnB w="5715">
                      <a:solidFill>
                        <a:srgbClr val="D7E0E6"/>
                      </a:solidFill>
                      <a:prstDash val="solid"/>
                    </a:lnB>
                    <a:solidFill>
                      <a:srgbClr val="FFFFFF"/>
                    </a:solidFill>
                  </a:tcPr>
                </a:tc>
                <a:tc>
                  <a:txBody>
                    <a:bodyPr/>
                    <a:lstStyle/>
                    <a:p>
                      <a:r>
                        <a:rPr sz="1875" b="0">
                          <a:solidFill>
                            <a:srgbClr val="152D43"/>
                          </a:solidFill>
                          <a:latin typeface="Arial"/>
                          <a:ea typeface="Arial"/>
                          <a:cs typeface="Arial"/>
                        </a:rPr>
                        <a:t>Observar consultas desde la API</a:t>
                      </a:r>
                    </a:p>
                  </a:txBody>
                  <a:tcPr marL="171450" marR="171450" marT="142875" marB="114300" anchor="ctr">
                    <a:lnR w="5715">
                      <a:solidFill>
                        <a:srgbClr val="D7E0E6"/>
                      </a:solidFill>
                      <a:prstDash val="solid"/>
                    </a:lnR>
                    <a:lnB w="5715">
                      <a:solidFill>
                        <a:srgbClr val="D7E0E6"/>
                      </a:solidFill>
                      <a:prstDash val="solid"/>
                    </a:lnB>
                    <a:solidFill>
                      <a:srgbClr val="FFFFFF"/>
                    </a:solidFill>
                  </a:tcPr>
                </a:tc>
              </a:tr>
              <a:tr h="781050">
                <a:tc>
                  <a:txBody>
                    <a:bodyPr/>
                    <a:lstStyle/>
                    <a:p>
                      <a:r>
                        <a:rPr sz="1875" b="0">
                          <a:solidFill>
                            <a:srgbClr val="152D43"/>
                          </a:solidFill>
                          <a:latin typeface="Arial"/>
                          <a:ea typeface="Arial"/>
                          <a:cs typeface="Arial"/>
                        </a:rPr>
                        <a:t>Monitoreo</a:t>
                      </a:r>
                    </a:p>
                  </a:txBody>
                  <a:tcPr marL="171450" marR="171450" marT="142875" marB="114300" anchor="ctr">
                    <a:lnL w="5715">
                      <a:solidFill>
                        <a:srgbClr val="D7E0E6"/>
                      </a:solidFill>
                      <a:prstDash val="solid"/>
                    </a:lnL>
                    <a:lnR w="5715">
                      <a:solidFill>
                        <a:srgbClr val="D7E0E6"/>
                      </a:solidFill>
                      <a:prstDash val="solid"/>
                    </a:lnR>
                    <a:lnB w="5715">
                      <a:solidFill>
                        <a:srgbClr val="D7E0E6"/>
                      </a:solidFill>
                      <a:prstDash val="solid"/>
                    </a:lnB>
                    <a:solidFill>
                      <a:srgbClr val="EFF3F5"/>
                    </a:solidFill>
                  </a:tcPr>
                </a:tc>
                <a:tc>
                  <a:txBody>
                    <a:bodyPr/>
                    <a:lstStyle/>
                    <a:p>
                      <a:r>
                        <a:rPr sz="1875" b="0">
                          <a:solidFill>
                            <a:srgbClr val="152D43"/>
                          </a:solidFill>
                          <a:latin typeface="Arial"/>
                          <a:ea typeface="Arial"/>
                          <a:cs typeface="Arial"/>
                        </a:rPr>
                        <a:t>Sin integración New Relic</a:t>
                      </a:r>
                    </a:p>
                  </a:txBody>
                  <a:tcPr marL="171450" marR="171450" marT="142875" marB="114300" anchor="ctr">
                    <a:lnR w="5715">
                      <a:solidFill>
                        <a:srgbClr val="D7E0E6"/>
                      </a:solidFill>
                      <a:prstDash val="solid"/>
                    </a:lnR>
                    <a:lnB w="5715">
                      <a:solidFill>
                        <a:srgbClr val="D7E0E6"/>
                      </a:solidFill>
                      <a:prstDash val="solid"/>
                    </a:lnB>
                    <a:solidFill>
                      <a:srgbClr val="EFF3F5"/>
                    </a:solidFill>
                  </a:tcPr>
                </a:tc>
                <a:tc>
                  <a:txBody>
                    <a:bodyPr/>
                    <a:lstStyle/>
                    <a:p>
                      <a:r>
                        <a:rPr sz="1875" b="0">
                          <a:solidFill>
                            <a:srgbClr val="152D43"/>
                          </a:solidFill>
                          <a:latin typeface="Arial"/>
                          <a:ea typeface="Arial"/>
                          <a:cs typeface="Arial"/>
                        </a:rPr>
                        <a:t>Conectar la cuenta y validar datos</a:t>
                      </a:r>
                    </a:p>
                  </a:txBody>
                  <a:tcPr marL="171450" marR="171450" marT="142875" marB="114300" anchor="ctr">
                    <a:lnR w="5715">
                      <a:solidFill>
                        <a:srgbClr val="D7E0E6"/>
                      </a:solidFill>
                      <a:prstDash val="solid"/>
                    </a:lnR>
                    <a:lnB w="5715">
                      <a:solidFill>
                        <a:srgbClr val="D7E0E6"/>
                      </a:solidFill>
                      <a:prstDash val="solid"/>
                    </a:lnB>
                    <a:solidFill>
                      <a:srgbClr val="EFF3F5"/>
                    </a:solidFill>
                  </a:tcPr>
                </a:tc>
              </a:tr>
            </a:tbl>
          </a:graphicData>
        </a:graphic>
      </p:graphicFrame>
      <p:sp>
        <p:nvSpPr>
          <p:cNvPr id="5" name="El servicio Java de simulación continúa separado en desarrollo.">
            <a:extLst xmlns:a="http://schemas.openxmlformats.org/drawingml/2006/main">
              <a:ext uri="{FF2B5EF4-FFF2-40B4-BE49-F238E27FC236}">
                <a16:creationId xmlns:a16="http://schemas.microsoft.com/office/drawing/2014/main" id="{FEA1A7E7-E064-481E-A041-C188594C0BA9}"/>
              </a:ext>
            </a:extLst>
          </p:cNvPr>
          <p:cNvSpPr>
            <a:spLocks xmlns:a="http://schemas.openxmlformats.org/drawingml/2006/main" noGrp="1"/>
          </p:cNvSpPr>
          <p:nvPr/>
        </p:nvSpPr>
        <p:spPr>
          <a:xfrm xmlns:a="http://schemas.openxmlformats.org/drawingml/2006/main">
            <a:off x="685800" y="574357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5"/>
                </a:solidFill>
                <a:latin typeface="Arial"/>
                <a:ea typeface="Arial"/>
                <a:cs typeface="Arial"/>
              </a:defRPr>
            </a:defPPr>
            <a:lvl1pPr>
              <a:defRPr sz="1875" b="0">
                <a:solidFill>
                  <a:srgbClr val="526575"/>
                </a:solidFill>
                <a:latin typeface="Arial"/>
                <a:ea typeface="Arial"/>
                <a:cs typeface="Arial"/>
              </a:defRPr>
            </a:lvl1pPr>
            <a:lvl2pPr>
              <a:defRPr sz="1875" b="0">
                <a:solidFill>
                  <a:srgbClr val="526575"/>
                </a:solidFill>
                <a:latin typeface="Arial"/>
                <a:ea typeface="Arial"/>
                <a:cs typeface="Arial"/>
              </a:defRPr>
            </a:lvl2pPr>
            <a:lvl3pPr>
              <a:defRPr sz="1875" b="0">
                <a:solidFill>
                  <a:srgbClr val="526575"/>
                </a:solidFill>
                <a:latin typeface="Arial"/>
                <a:ea typeface="Arial"/>
                <a:cs typeface="Arial"/>
              </a:defRPr>
            </a:lvl3pPr>
            <a:lvl4pPr>
              <a:defRPr sz="1875" b="0">
                <a:solidFill>
                  <a:srgbClr val="526575"/>
                </a:solidFill>
                <a:latin typeface="Arial"/>
                <a:ea typeface="Arial"/>
                <a:cs typeface="Arial"/>
              </a:defRPr>
            </a:lvl4pPr>
            <a:lvl5pPr>
              <a:defRPr sz="1875" b="0">
                <a:solidFill>
                  <a:srgbClr val="526575"/>
                </a:solidFill>
                <a:latin typeface="Arial"/>
                <a:ea typeface="Arial"/>
                <a:cs typeface="Arial"/>
              </a:defRPr>
            </a:lvl5pPr>
            <a:lvl6pPr>
              <a:defRPr sz="1875" b="0">
                <a:solidFill>
                  <a:srgbClr val="526575"/>
                </a:solidFill>
                <a:latin typeface="Arial"/>
                <a:ea typeface="Arial"/>
                <a:cs typeface="Arial"/>
              </a:defRPr>
            </a:lvl6pPr>
            <a:lvl7pPr>
              <a:defRPr sz="1875" b="0">
                <a:solidFill>
                  <a:srgbClr val="526575"/>
                </a:solidFill>
                <a:latin typeface="Arial"/>
                <a:ea typeface="Arial"/>
                <a:cs typeface="Arial"/>
              </a:defRPr>
            </a:lvl7pPr>
            <a:lvl8pPr>
              <a:defRPr sz="1875" b="0">
                <a:solidFill>
                  <a:srgbClr val="526575"/>
                </a:solidFill>
                <a:latin typeface="Arial"/>
                <a:ea typeface="Arial"/>
                <a:cs typeface="Arial"/>
              </a:defRPr>
            </a:lvl8pPr>
            <a:lvl9pPr>
              <a:defRPr sz="1875" b="0">
                <a:solidFill>
                  <a:srgbClr val="526575"/>
                </a:solidFill>
                <a:latin typeface="Arial"/>
                <a:ea typeface="Arial"/>
                <a:cs typeface="Arial"/>
              </a:defRPr>
            </a:lvl9pPr>
          </a:lstStyle>
          <a:p xmlns:a="http://schemas.openxmlformats.org/drawingml/2006/main">
            <a:pPr>
              <a:defRPr sz="1875" b="0">
                <a:solidFill>
                  <a:srgbClr val="526575"/>
                </a:solidFill>
                <a:latin typeface="Arial"/>
                <a:ea typeface="Arial"/>
                <a:cs typeface="Arial"/>
              </a:defRPr>
            </a:pPr>
            <a:r>
              <a:rPr sz="1875" b="0">
                <a:solidFill>
                  <a:srgbClr val="526575"/>
                </a:solidFill>
                <a:latin typeface="Arial"/>
                <a:ea typeface="Arial"/>
                <a:cs typeface="Arial"/>
              </a:rPr>
              <a:t>El servicio Java de simulación continúa separado en desarrollo.</a:t>
            </a:r>
          </a:p>
        </p:txBody>
      </p:sp>
    </p:spTree>
    <p:extLst>
      <p:ext uri="{BB962C8B-B14F-4D97-AF65-F5344CB8AC3E}">
        <p14:creationId xmlns:p14="http://schemas.microsoft.com/office/powerpoint/2010/main" val="662188889"/>
      </p:ext>
    </p:extLst>
  </p:cSld>
</p:sld>
</file>

<file path=ppt/slides/slide3.xml><?xml version="1.0" encoding="utf-8"?>
<p:sld xmlns:p="http://schemas.openxmlformats.org/presentationml/2006/main">
  <p:cSld>
    <p:bg>
      <p:bgPr>
        <a:solidFill xmlns:a="http://schemas.openxmlformats.org/drawingml/2006/main">
          <a:srgbClr val="0B233F"/>
        </a:solidFill>
      </p:bgPr>
    </p:bg>
    <p:spTree>
      <p:nvGrpSpPr>
        <p:cNvPr id="1" name=""/>
        <p:cNvGrpSpPr/>
        <p:nvPr/>
      </p:nvGrpSpPr>
      <p:grpSpPr>
        <a:xfrm xmlns:a="http://schemas.openxmlformats.org/drawingml/2006/main"/>
      </p:grpSpPr>
      <p:sp>
        <p:nvSpPr>
          <p:cNvPr id="10" name="Alcance inicial del monitoreo">
            <a:extLst xmlns:a="http://schemas.openxmlformats.org/drawingml/2006/main">
              <a:ext uri="{FF2B5EF4-FFF2-40B4-BE49-F238E27FC236}">
                <a16:creationId xmlns:a16="http://schemas.microsoft.com/office/drawing/2014/main" id="{6320BE72-87C3-48CE-A34A-826E2B6F0B7A}"/>
              </a:ext>
            </a:extLst>
          </p:cNvPr>
          <p:cNvSpPr>
            <a:spLocks xmlns:a="http://schemas.openxmlformats.org/drawingml/2006/main" noGrp="1"/>
          </p:cNvSpPr>
          <p:nvPr/>
        </p:nvSpPr>
        <p:spPr>
          <a:xfrm xmlns:a="http://schemas.openxmlformats.org/drawingml/2006/main">
            <a:off x="685800" y="523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FFFFF"/>
                </a:solidFill>
                <a:latin typeface="Arial"/>
                <a:ea typeface="Arial"/>
                <a:cs typeface="Arial"/>
              </a:defRPr>
            </a:defPPr>
            <a:lvl1pPr>
              <a:defRPr sz="3600" b="1">
                <a:solidFill>
                  <a:srgbClr val="FFFFFF"/>
                </a:solidFill>
                <a:latin typeface="Arial"/>
                <a:ea typeface="Arial"/>
                <a:cs typeface="Arial"/>
              </a:defRPr>
            </a:lvl1pPr>
            <a:lvl2pPr>
              <a:defRPr sz="3600" b="1">
                <a:solidFill>
                  <a:srgbClr val="FFFFFF"/>
                </a:solidFill>
                <a:latin typeface="Arial"/>
                <a:ea typeface="Arial"/>
                <a:cs typeface="Arial"/>
              </a:defRPr>
            </a:lvl2pPr>
            <a:lvl3pPr>
              <a:defRPr sz="3600" b="1">
                <a:solidFill>
                  <a:srgbClr val="FFFFFF"/>
                </a:solidFill>
                <a:latin typeface="Arial"/>
                <a:ea typeface="Arial"/>
                <a:cs typeface="Arial"/>
              </a:defRPr>
            </a:lvl3pPr>
            <a:lvl4pPr>
              <a:defRPr sz="3600" b="1">
                <a:solidFill>
                  <a:srgbClr val="FFFFFF"/>
                </a:solidFill>
                <a:latin typeface="Arial"/>
                <a:ea typeface="Arial"/>
                <a:cs typeface="Arial"/>
              </a:defRPr>
            </a:lvl4pPr>
            <a:lvl5pPr>
              <a:defRPr sz="3600" b="1">
                <a:solidFill>
                  <a:srgbClr val="FFFFFF"/>
                </a:solidFill>
                <a:latin typeface="Arial"/>
                <a:ea typeface="Arial"/>
                <a:cs typeface="Arial"/>
              </a:defRPr>
            </a:lvl5pPr>
            <a:lvl6pPr>
              <a:defRPr sz="3600" b="1">
                <a:solidFill>
                  <a:srgbClr val="FFFFFF"/>
                </a:solidFill>
                <a:latin typeface="Arial"/>
                <a:ea typeface="Arial"/>
                <a:cs typeface="Arial"/>
              </a:defRPr>
            </a:lvl6pPr>
            <a:lvl7pPr>
              <a:defRPr sz="3600" b="1">
                <a:solidFill>
                  <a:srgbClr val="FFFFFF"/>
                </a:solidFill>
                <a:latin typeface="Arial"/>
                <a:ea typeface="Arial"/>
                <a:cs typeface="Arial"/>
              </a:defRPr>
            </a:lvl7pPr>
            <a:lvl8pPr>
              <a:defRPr sz="3600" b="1">
                <a:solidFill>
                  <a:srgbClr val="FFFFFF"/>
                </a:solidFill>
                <a:latin typeface="Arial"/>
                <a:ea typeface="Arial"/>
                <a:cs typeface="Arial"/>
              </a:defRPr>
            </a:lvl8pPr>
            <a:lvl9pPr>
              <a:defRPr sz="3600" b="1">
                <a:solidFill>
                  <a:srgbClr val="FFFFFF"/>
                </a:solidFill>
                <a:latin typeface="Arial"/>
                <a:ea typeface="Arial"/>
                <a:cs typeface="Arial"/>
              </a:defRPr>
            </a:lvl9pPr>
          </a:lstStyle>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Alcance inicial del monitoreo</a:t>
            </a:r>
          </a:p>
        </p:txBody>
      </p:sp>
      <p:sp>
        <p:nvSpPr>
          <p:cNvPr id="2" name="Stock-Quest">
            <a:extLst xmlns:a="http://schemas.openxmlformats.org/drawingml/2006/main">
              <a:ext uri="{FF2B5EF4-FFF2-40B4-BE49-F238E27FC236}">
                <a16:creationId xmlns:a16="http://schemas.microsoft.com/office/drawing/2014/main" id="{382B5D44-9804-4584-B6B3-C0C9C2211F64}"/>
              </a:ext>
            </a:extLst>
          </p:cNvPr>
          <p:cNvSpPr>
            <a:spLocks xmlns:a="http://schemas.openxmlformats.org/drawingml/2006/main" noGrp="1"/>
          </p:cNvSpPr>
          <p:nvPr/>
        </p:nvSpPr>
        <p:spPr>
          <a:xfrm xmlns:a="http://schemas.openxmlformats.org/drawingml/2006/main">
            <a:off x="685800" y="6448425"/>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2C1CF"/>
                </a:solidFill>
                <a:latin typeface="Arial"/>
                <a:ea typeface="Arial"/>
                <a:cs typeface="Arial"/>
              </a:defRPr>
            </a:defPPr>
            <a:lvl1pPr>
              <a:defRPr sz="1200" b="0">
                <a:solidFill>
                  <a:srgbClr val="B2C1CF"/>
                </a:solidFill>
                <a:latin typeface="Arial"/>
                <a:ea typeface="Arial"/>
                <a:cs typeface="Arial"/>
              </a:defRPr>
            </a:lvl1pPr>
            <a:lvl2pPr>
              <a:defRPr sz="1200" b="0">
                <a:solidFill>
                  <a:srgbClr val="B2C1CF"/>
                </a:solidFill>
                <a:latin typeface="Arial"/>
                <a:ea typeface="Arial"/>
                <a:cs typeface="Arial"/>
              </a:defRPr>
            </a:lvl2pPr>
            <a:lvl3pPr>
              <a:defRPr sz="1200" b="0">
                <a:solidFill>
                  <a:srgbClr val="B2C1CF"/>
                </a:solidFill>
                <a:latin typeface="Arial"/>
                <a:ea typeface="Arial"/>
                <a:cs typeface="Arial"/>
              </a:defRPr>
            </a:lvl3pPr>
            <a:lvl4pPr>
              <a:defRPr sz="1200" b="0">
                <a:solidFill>
                  <a:srgbClr val="B2C1CF"/>
                </a:solidFill>
                <a:latin typeface="Arial"/>
                <a:ea typeface="Arial"/>
                <a:cs typeface="Arial"/>
              </a:defRPr>
            </a:lvl4pPr>
            <a:lvl5pPr>
              <a:defRPr sz="1200" b="0">
                <a:solidFill>
                  <a:srgbClr val="B2C1CF"/>
                </a:solidFill>
                <a:latin typeface="Arial"/>
                <a:ea typeface="Arial"/>
                <a:cs typeface="Arial"/>
              </a:defRPr>
            </a:lvl5pPr>
            <a:lvl6pPr>
              <a:defRPr sz="1200" b="0">
                <a:solidFill>
                  <a:srgbClr val="B2C1CF"/>
                </a:solidFill>
                <a:latin typeface="Arial"/>
                <a:ea typeface="Arial"/>
                <a:cs typeface="Arial"/>
              </a:defRPr>
            </a:lvl6pPr>
            <a:lvl7pPr>
              <a:defRPr sz="1200" b="0">
                <a:solidFill>
                  <a:srgbClr val="B2C1CF"/>
                </a:solidFill>
                <a:latin typeface="Arial"/>
                <a:ea typeface="Arial"/>
                <a:cs typeface="Arial"/>
              </a:defRPr>
            </a:lvl7pPr>
            <a:lvl8pPr>
              <a:defRPr sz="1200" b="0">
                <a:solidFill>
                  <a:srgbClr val="B2C1CF"/>
                </a:solidFill>
                <a:latin typeface="Arial"/>
                <a:ea typeface="Arial"/>
                <a:cs typeface="Arial"/>
              </a:defRPr>
            </a:lvl8pPr>
            <a:lvl9pPr>
              <a:defRPr sz="1200" b="0">
                <a:solidFill>
                  <a:srgbClr val="B2C1CF"/>
                </a:solidFill>
                <a:latin typeface="Arial"/>
                <a:ea typeface="Arial"/>
                <a:cs typeface="Arial"/>
              </a:defRPr>
            </a:lvl9pPr>
          </a:lstStyle>
          <a:p xmlns:a="http://schemas.openxmlformats.org/drawingml/2006/main">
            <a:pPr>
              <a:defRPr sz="1200" b="0">
                <a:solidFill>
                  <a:srgbClr val="B2C1CF"/>
                </a:solidFill>
                <a:latin typeface="Arial"/>
                <a:ea typeface="Arial"/>
                <a:cs typeface="Arial"/>
              </a:defRPr>
            </a:pPr>
            <a:r>
              <a:rPr sz="1200" b="0">
                <a:solidFill>
                  <a:srgbClr val="B2C1CF"/>
                </a:solidFill>
                <a:latin typeface="Arial"/>
                <a:ea typeface="Arial"/>
                <a:cs typeface="Arial"/>
              </a:rPr>
              <a:t>Stock-Quest</a:t>
            </a:r>
          </a:p>
        </p:txBody>
      </p:sp>
      <p:sp>
        <p:nvSpPr>
          <p:cNvPr id="3" name="03">
            <a:extLst xmlns:a="http://schemas.openxmlformats.org/drawingml/2006/main">
              <a:ext uri="{FF2B5EF4-FFF2-40B4-BE49-F238E27FC236}">
                <a16:creationId xmlns:a16="http://schemas.microsoft.com/office/drawing/2014/main" id="{42958528-272F-40D7-BF75-62A829992A3D}"/>
              </a:ext>
            </a:extLst>
          </p:cNvPr>
          <p:cNvSpPr>
            <a:spLocks xmlns:a="http://schemas.openxmlformats.org/drawingml/2006/main" noGrp="1"/>
          </p:cNvSpPr>
          <p:nvPr/>
        </p:nvSpPr>
        <p:spPr>
          <a:xfrm xmlns:a="http://schemas.openxmlformats.org/drawingml/2006/main">
            <a:off x="11144250" y="64484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2C1CF"/>
                </a:solidFill>
                <a:latin typeface="Arial"/>
                <a:ea typeface="Arial"/>
                <a:cs typeface="Arial"/>
              </a:defRPr>
            </a:defPPr>
            <a:lvl1pPr>
              <a:defRPr sz="1200" b="0">
                <a:solidFill>
                  <a:srgbClr val="B2C1CF"/>
                </a:solidFill>
                <a:latin typeface="Arial"/>
                <a:ea typeface="Arial"/>
                <a:cs typeface="Arial"/>
              </a:defRPr>
            </a:lvl1pPr>
            <a:lvl2pPr>
              <a:defRPr sz="1200" b="0">
                <a:solidFill>
                  <a:srgbClr val="B2C1CF"/>
                </a:solidFill>
                <a:latin typeface="Arial"/>
                <a:ea typeface="Arial"/>
                <a:cs typeface="Arial"/>
              </a:defRPr>
            </a:lvl2pPr>
            <a:lvl3pPr>
              <a:defRPr sz="1200" b="0">
                <a:solidFill>
                  <a:srgbClr val="B2C1CF"/>
                </a:solidFill>
                <a:latin typeface="Arial"/>
                <a:ea typeface="Arial"/>
                <a:cs typeface="Arial"/>
              </a:defRPr>
            </a:lvl3pPr>
            <a:lvl4pPr>
              <a:defRPr sz="1200" b="0">
                <a:solidFill>
                  <a:srgbClr val="B2C1CF"/>
                </a:solidFill>
                <a:latin typeface="Arial"/>
                <a:ea typeface="Arial"/>
                <a:cs typeface="Arial"/>
              </a:defRPr>
            </a:lvl4pPr>
            <a:lvl5pPr>
              <a:defRPr sz="1200" b="0">
                <a:solidFill>
                  <a:srgbClr val="B2C1CF"/>
                </a:solidFill>
                <a:latin typeface="Arial"/>
                <a:ea typeface="Arial"/>
                <a:cs typeface="Arial"/>
              </a:defRPr>
            </a:lvl5pPr>
            <a:lvl6pPr>
              <a:defRPr sz="1200" b="0">
                <a:solidFill>
                  <a:srgbClr val="B2C1CF"/>
                </a:solidFill>
                <a:latin typeface="Arial"/>
                <a:ea typeface="Arial"/>
                <a:cs typeface="Arial"/>
              </a:defRPr>
            </a:lvl6pPr>
            <a:lvl7pPr>
              <a:defRPr sz="1200" b="0">
                <a:solidFill>
                  <a:srgbClr val="B2C1CF"/>
                </a:solidFill>
                <a:latin typeface="Arial"/>
                <a:ea typeface="Arial"/>
                <a:cs typeface="Arial"/>
              </a:defRPr>
            </a:lvl7pPr>
            <a:lvl8pPr>
              <a:defRPr sz="1200" b="0">
                <a:solidFill>
                  <a:srgbClr val="B2C1CF"/>
                </a:solidFill>
                <a:latin typeface="Arial"/>
                <a:ea typeface="Arial"/>
                <a:cs typeface="Arial"/>
              </a:defRPr>
            </a:lvl8pPr>
            <a:lvl9pPr>
              <a:defRPr sz="1200" b="0">
                <a:solidFill>
                  <a:srgbClr val="B2C1CF"/>
                </a:solidFill>
                <a:latin typeface="Arial"/>
                <a:ea typeface="Arial"/>
                <a:cs typeface="Arial"/>
              </a:defRPr>
            </a:lvl9pPr>
          </a:lstStyle>
          <a:p xmlns:a="http://schemas.openxmlformats.org/drawingml/2006/main">
            <a:pPr>
              <a:defRPr sz="1200" b="0">
                <a:solidFill>
                  <a:srgbClr val="B2C1CF"/>
                </a:solidFill>
                <a:latin typeface="Arial"/>
                <a:ea typeface="Arial"/>
                <a:cs typeface="Arial"/>
              </a:defRPr>
            </a:pPr>
            <a:r>
              <a:rPr sz="1200" b="0">
                <a:solidFill>
                  <a:srgbClr val="B2C1CF"/>
                </a:solidFill>
                <a:latin typeface="Arial"/>
                <a:ea typeface="Arial"/>
                <a:cs typeface="Arial"/>
              </a:rPr>
              <a:t>03</a:t>
            </a:r>
          </a:p>
        </p:txBody>
      </p:sp>
      <p:sp>
        <p:nvSpPr>
          <p:cNvPr id="4" name="1 API">
            <a:extLst xmlns:a="http://schemas.openxmlformats.org/drawingml/2006/main">
              <a:ext uri="{FF2B5EF4-FFF2-40B4-BE49-F238E27FC236}">
                <a16:creationId xmlns:a16="http://schemas.microsoft.com/office/drawing/2014/main" id="{0FBFF934-24F7-4557-9A3C-CAE9F8918FB0}"/>
              </a:ext>
            </a:extLst>
          </p:cNvPr>
          <p:cNvSpPr>
            <a:spLocks xmlns:a="http://schemas.openxmlformats.org/drawingml/2006/main" noGrp="1"/>
          </p:cNvSpPr>
          <p:nvPr/>
        </p:nvSpPr>
        <p:spPr>
          <a:xfrm xmlns:a="http://schemas.openxmlformats.org/drawingml/2006/main">
            <a:off x="685800" y="1790700"/>
            <a:ext cx="4857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550" b="1">
                <a:solidFill>
                  <a:srgbClr val="E9850C"/>
                </a:solidFill>
                <a:latin typeface="Arial"/>
                <a:ea typeface="Arial"/>
                <a:cs typeface="Arial"/>
              </a:defRPr>
            </a:defPPr>
            <a:lvl1pPr>
              <a:defRPr sz="5550" b="1">
                <a:solidFill>
                  <a:srgbClr val="E9850C"/>
                </a:solidFill>
                <a:latin typeface="Arial"/>
                <a:ea typeface="Arial"/>
                <a:cs typeface="Arial"/>
              </a:defRPr>
            </a:lvl1pPr>
            <a:lvl2pPr>
              <a:defRPr sz="5550" b="1">
                <a:solidFill>
                  <a:srgbClr val="E9850C"/>
                </a:solidFill>
                <a:latin typeface="Arial"/>
                <a:ea typeface="Arial"/>
                <a:cs typeface="Arial"/>
              </a:defRPr>
            </a:lvl2pPr>
            <a:lvl3pPr>
              <a:defRPr sz="5550" b="1">
                <a:solidFill>
                  <a:srgbClr val="E9850C"/>
                </a:solidFill>
                <a:latin typeface="Arial"/>
                <a:ea typeface="Arial"/>
                <a:cs typeface="Arial"/>
              </a:defRPr>
            </a:lvl3pPr>
            <a:lvl4pPr>
              <a:defRPr sz="5550" b="1">
                <a:solidFill>
                  <a:srgbClr val="E9850C"/>
                </a:solidFill>
                <a:latin typeface="Arial"/>
                <a:ea typeface="Arial"/>
                <a:cs typeface="Arial"/>
              </a:defRPr>
            </a:lvl4pPr>
            <a:lvl5pPr>
              <a:defRPr sz="5550" b="1">
                <a:solidFill>
                  <a:srgbClr val="E9850C"/>
                </a:solidFill>
                <a:latin typeface="Arial"/>
                <a:ea typeface="Arial"/>
                <a:cs typeface="Arial"/>
              </a:defRPr>
            </a:lvl5pPr>
            <a:lvl6pPr>
              <a:defRPr sz="5550" b="1">
                <a:solidFill>
                  <a:srgbClr val="E9850C"/>
                </a:solidFill>
                <a:latin typeface="Arial"/>
                <a:ea typeface="Arial"/>
                <a:cs typeface="Arial"/>
              </a:defRPr>
            </a:lvl6pPr>
            <a:lvl7pPr>
              <a:defRPr sz="5550" b="1">
                <a:solidFill>
                  <a:srgbClr val="E9850C"/>
                </a:solidFill>
                <a:latin typeface="Arial"/>
                <a:ea typeface="Arial"/>
                <a:cs typeface="Arial"/>
              </a:defRPr>
            </a:lvl7pPr>
            <a:lvl8pPr>
              <a:defRPr sz="5550" b="1">
                <a:solidFill>
                  <a:srgbClr val="E9850C"/>
                </a:solidFill>
                <a:latin typeface="Arial"/>
                <a:ea typeface="Arial"/>
                <a:cs typeface="Arial"/>
              </a:defRPr>
            </a:lvl8pPr>
            <a:lvl9pPr>
              <a:defRPr sz="5550" b="1">
                <a:solidFill>
                  <a:srgbClr val="E9850C"/>
                </a:solidFill>
                <a:latin typeface="Arial"/>
                <a:ea typeface="Arial"/>
                <a:cs typeface="Arial"/>
              </a:defRPr>
            </a:lvl9pPr>
          </a:lstStyle>
          <a:p xmlns:a="http://schemas.openxmlformats.org/drawingml/2006/main">
            <a:pPr>
              <a:defRPr sz="5550" b="1">
                <a:solidFill>
                  <a:srgbClr val="E9850C"/>
                </a:solidFill>
                <a:latin typeface="Arial"/>
                <a:ea typeface="Arial"/>
                <a:cs typeface="Arial"/>
              </a:defRPr>
            </a:pPr>
            <a:r>
              <a:rPr sz="5550" b="1">
                <a:solidFill>
                  <a:srgbClr val="E9850C"/>
                </a:solidFill>
                <a:latin typeface="Arial"/>
                <a:ea typeface="Arial"/>
                <a:cs typeface="Arial"/>
              </a:rPr>
              <a:t>1 API</a:t>
            </a:r>
          </a:p>
        </p:txBody>
      </p:sp>
      <p:sp>
        <p:nvSpPr>
          <p:cNvPr id="5" name="Instrumentar el backend Express&#10;con New Relic APM.">
            <a:extLst xmlns:a="http://schemas.openxmlformats.org/drawingml/2006/main">
              <a:ext uri="{FF2B5EF4-FFF2-40B4-BE49-F238E27FC236}">
                <a16:creationId xmlns:a16="http://schemas.microsoft.com/office/drawing/2014/main" id="{7A9830A0-BEB4-4004-A066-D661AB2F4A4F}"/>
              </a:ext>
            </a:extLst>
          </p:cNvPr>
          <p:cNvSpPr>
            <a:spLocks xmlns:a="http://schemas.openxmlformats.org/drawingml/2006/main" noGrp="1"/>
          </p:cNvSpPr>
          <p:nvPr/>
        </p:nvSpPr>
        <p:spPr>
          <a:xfrm xmlns:a="http://schemas.openxmlformats.org/drawingml/2006/main">
            <a:off x="685800" y="2800350"/>
            <a:ext cx="4762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FFFFF"/>
                </a:solidFill>
                <a:latin typeface="Arial"/>
                <a:ea typeface="Arial"/>
                <a:cs typeface="Arial"/>
              </a:defRPr>
            </a:defPPr>
            <a:lvl1pPr>
              <a:defRPr sz="2400" b="0">
                <a:solidFill>
                  <a:srgbClr val="FFFFFF"/>
                </a:solidFill>
                <a:latin typeface="Arial"/>
                <a:ea typeface="Arial"/>
                <a:cs typeface="Arial"/>
              </a:defRPr>
            </a:lvl1pPr>
            <a:lvl2pPr>
              <a:defRPr sz="2400" b="0">
                <a:solidFill>
                  <a:srgbClr val="FFFFFF"/>
                </a:solidFill>
                <a:latin typeface="Arial"/>
                <a:ea typeface="Arial"/>
                <a:cs typeface="Arial"/>
              </a:defRPr>
            </a:lvl2pPr>
            <a:lvl3pPr>
              <a:defRPr sz="2400" b="0">
                <a:solidFill>
                  <a:srgbClr val="FFFFFF"/>
                </a:solidFill>
                <a:latin typeface="Arial"/>
                <a:ea typeface="Arial"/>
                <a:cs typeface="Arial"/>
              </a:defRPr>
            </a:lvl3pPr>
            <a:lvl4pPr>
              <a:defRPr sz="2400" b="0">
                <a:solidFill>
                  <a:srgbClr val="FFFFFF"/>
                </a:solidFill>
                <a:latin typeface="Arial"/>
                <a:ea typeface="Arial"/>
                <a:cs typeface="Arial"/>
              </a:defRPr>
            </a:lvl4pPr>
            <a:lvl5pPr>
              <a:defRPr sz="2400" b="0">
                <a:solidFill>
                  <a:srgbClr val="FFFFFF"/>
                </a:solidFill>
                <a:latin typeface="Arial"/>
                <a:ea typeface="Arial"/>
                <a:cs typeface="Arial"/>
              </a:defRPr>
            </a:lvl5pPr>
            <a:lvl6pPr>
              <a:defRPr sz="2400" b="0">
                <a:solidFill>
                  <a:srgbClr val="FFFFFF"/>
                </a:solidFill>
                <a:latin typeface="Arial"/>
                <a:ea typeface="Arial"/>
                <a:cs typeface="Arial"/>
              </a:defRPr>
            </a:lvl6pPr>
            <a:lvl7pPr>
              <a:defRPr sz="2400" b="0">
                <a:solidFill>
                  <a:srgbClr val="FFFFFF"/>
                </a:solidFill>
                <a:latin typeface="Arial"/>
                <a:ea typeface="Arial"/>
                <a:cs typeface="Arial"/>
              </a:defRPr>
            </a:lvl7pPr>
            <a:lvl8pPr>
              <a:defRPr sz="2400" b="0">
                <a:solidFill>
                  <a:srgbClr val="FFFFFF"/>
                </a:solidFill>
                <a:latin typeface="Arial"/>
                <a:ea typeface="Arial"/>
                <a:cs typeface="Arial"/>
              </a:defRPr>
            </a:lvl8pPr>
            <a:lvl9pPr>
              <a:defRPr sz="2400" b="0">
                <a:solidFill>
                  <a:srgbClr val="FFFFFF"/>
                </a:solidFill>
                <a:latin typeface="Arial"/>
                <a:ea typeface="Arial"/>
                <a:cs typeface="Arial"/>
              </a:defRPr>
            </a:lvl9pPr>
          </a:lstStyle>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Instrumentar el backend Express</a:t>
            </a:r>
          </a:p>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con New Relic APM.</a:t>
            </a:r>
          </a:p>
        </p:txBody>
      </p:sp>
      <p:sp>
        <p:nvSpPr>
          <p:cNvPr id="6" name="1 panel">
            <a:extLst xmlns:a="http://schemas.openxmlformats.org/drawingml/2006/main">
              <a:ext uri="{FF2B5EF4-FFF2-40B4-BE49-F238E27FC236}">
                <a16:creationId xmlns:a16="http://schemas.microsoft.com/office/drawing/2014/main" id="{828A6207-EC3D-486F-A508-8F1DACA380E0}"/>
              </a:ext>
            </a:extLst>
          </p:cNvPr>
          <p:cNvSpPr>
            <a:spLocks xmlns:a="http://schemas.openxmlformats.org/drawingml/2006/main" noGrp="1"/>
          </p:cNvSpPr>
          <p:nvPr/>
        </p:nvSpPr>
        <p:spPr>
          <a:xfrm xmlns:a="http://schemas.openxmlformats.org/drawingml/2006/main">
            <a:off x="6705600" y="1790700"/>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550" b="1">
                <a:solidFill>
                  <a:srgbClr val="E9850C"/>
                </a:solidFill>
                <a:latin typeface="Arial"/>
                <a:ea typeface="Arial"/>
                <a:cs typeface="Arial"/>
              </a:defRPr>
            </a:defPPr>
            <a:lvl1pPr>
              <a:defRPr sz="5550" b="1">
                <a:solidFill>
                  <a:srgbClr val="E9850C"/>
                </a:solidFill>
                <a:latin typeface="Arial"/>
                <a:ea typeface="Arial"/>
                <a:cs typeface="Arial"/>
              </a:defRPr>
            </a:lvl1pPr>
            <a:lvl2pPr>
              <a:defRPr sz="5550" b="1">
                <a:solidFill>
                  <a:srgbClr val="E9850C"/>
                </a:solidFill>
                <a:latin typeface="Arial"/>
                <a:ea typeface="Arial"/>
                <a:cs typeface="Arial"/>
              </a:defRPr>
            </a:lvl2pPr>
            <a:lvl3pPr>
              <a:defRPr sz="5550" b="1">
                <a:solidFill>
                  <a:srgbClr val="E9850C"/>
                </a:solidFill>
                <a:latin typeface="Arial"/>
                <a:ea typeface="Arial"/>
                <a:cs typeface="Arial"/>
              </a:defRPr>
            </a:lvl3pPr>
            <a:lvl4pPr>
              <a:defRPr sz="5550" b="1">
                <a:solidFill>
                  <a:srgbClr val="E9850C"/>
                </a:solidFill>
                <a:latin typeface="Arial"/>
                <a:ea typeface="Arial"/>
                <a:cs typeface="Arial"/>
              </a:defRPr>
            </a:lvl4pPr>
            <a:lvl5pPr>
              <a:defRPr sz="5550" b="1">
                <a:solidFill>
                  <a:srgbClr val="E9850C"/>
                </a:solidFill>
                <a:latin typeface="Arial"/>
                <a:ea typeface="Arial"/>
                <a:cs typeface="Arial"/>
              </a:defRPr>
            </a:lvl5pPr>
            <a:lvl6pPr>
              <a:defRPr sz="5550" b="1">
                <a:solidFill>
                  <a:srgbClr val="E9850C"/>
                </a:solidFill>
                <a:latin typeface="Arial"/>
                <a:ea typeface="Arial"/>
                <a:cs typeface="Arial"/>
              </a:defRPr>
            </a:lvl6pPr>
            <a:lvl7pPr>
              <a:defRPr sz="5550" b="1">
                <a:solidFill>
                  <a:srgbClr val="E9850C"/>
                </a:solidFill>
                <a:latin typeface="Arial"/>
                <a:ea typeface="Arial"/>
                <a:cs typeface="Arial"/>
              </a:defRPr>
            </a:lvl7pPr>
            <a:lvl8pPr>
              <a:defRPr sz="5550" b="1">
                <a:solidFill>
                  <a:srgbClr val="E9850C"/>
                </a:solidFill>
                <a:latin typeface="Arial"/>
                <a:ea typeface="Arial"/>
                <a:cs typeface="Arial"/>
              </a:defRPr>
            </a:lvl8pPr>
            <a:lvl9pPr>
              <a:defRPr sz="5550" b="1">
                <a:solidFill>
                  <a:srgbClr val="E9850C"/>
                </a:solidFill>
                <a:latin typeface="Arial"/>
                <a:ea typeface="Arial"/>
                <a:cs typeface="Arial"/>
              </a:defRPr>
            </a:lvl9pPr>
          </a:lstStyle>
          <a:p xmlns:a="http://schemas.openxmlformats.org/drawingml/2006/main">
            <a:pPr>
              <a:defRPr sz="5550" b="1">
                <a:solidFill>
                  <a:srgbClr val="E9850C"/>
                </a:solidFill>
                <a:latin typeface="Arial"/>
                <a:ea typeface="Arial"/>
                <a:cs typeface="Arial"/>
              </a:defRPr>
            </a:pPr>
            <a:r>
              <a:rPr sz="5550" b="1">
                <a:solidFill>
                  <a:srgbClr val="E9850C"/>
                </a:solidFill>
                <a:latin typeface="Arial"/>
                <a:ea typeface="Arial"/>
                <a:cs typeface="Arial"/>
              </a:rPr>
              <a:t>1 panel</a:t>
            </a:r>
          </a:p>
        </p:txBody>
      </p:sp>
      <p:sp>
        <p:nvSpPr>
          <p:cNvPr id="7" name="Reunir tiempos de respuesta,&#10;errores y volumen de solicitudes.">
            <a:extLst xmlns:a="http://schemas.openxmlformats.org/drawingml/2006/main">
              <a:ext uri="{FF2B5EF4-FFF2-40B4-BE49-F238E27FC236}">
                <a16:creationId xmlns:a16="http://schemas.microsoft.com/office/drawing/2014/main" id="{7718D122-81F3-41EF-9B16-C30746ACDEAC}"/>
              </a:ext>
            </a:extLst>
          </p:cNvPr>
          <p:cNvSpPr>
            <a:spLocks xmlns:a="http://schemas.openxmlformats.org/drawingml/2006/main" noGrp="1"/>
          </p:cNvSpPr>
          <p:nvPr/>
        </p:nvSpPr>
        <p:spPr>
          <a:xfrm xmlns:a="http://schemas.openxmlformats.org/drawingml/2006/main">
            <a:off x="6705600" y="2800350"/>
            <a:ext cx="4762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FFFFF"/>
                </a:solidFill>
                <a:latin typeface="Arial"/>
                <a:ea typeface="Arial"/>
                <a:cs typeface="Arial"/>
              </a:defRPr>
            </a:defPPr>
            <a:lvl1pPr>
              <a:defRPr sz="2400" b="0">
                <a:solidFill>
                  <a:srgbClr val="FFFFFF"/>
                </a:solidFill>
                <a:latin typeface="Arial"/>
                <a:ea typeface="Arial"/>
                <a:cs typeface="Arial"/>
              </a:defRPr>
            </a:lvl1pPr>
            <a:lvl2pPr>
              <a:defRPr sz="2400" b="0">
                <a:solidFill>
                  <a:srgbClr val="FFFFFF"/>
                </a:solidFill>
                <a:latin typeface="Arial"/>
                <a:ea typeface="Arial"/>
                <a:cs typeface="Arial"/>
              </a:defRPr>
            </a:lvl2pPr>
            <a:lvl3pPr>
              <a:defRPr sz="2400" b="0">
                <a:solidFill>
                  <a:srgbClr val="FFFFFF"/>
                </a:solidFill>
                <a:latin typeface="Arial"/>
                <a:ea typeface="Arial"/>
                <a:cs typeface="Arial"/>
              </a:defRPr>
            </a:lvl3pPr>
            <a:lvl4pPr>
              <a:defRPr sz="2400" b="0">
                <a:solidFill>
                  <a:srgbClr val="FFFFFF"/>
                </a:solidFill>
                <a:latin typeface="Arial"/>
                <a:ea typeface="Arial"/>
                <a:cs typeface="Arial"/>
              </a:defRPr>
            </a:lvl4pPr>
            <a:lvl5pPr>
              <a:defRPr sz="2400" b="0">
                <a:solidFill>
                  <a:srgbClr val="FFFFFF"/>
                </a:solidFill>
                <a:latin typeface="Arial"/>
                <a:ea typeface="Arial"/>
                <a:cs typeface="Arial"/>
              </a:defRPr>
            </a:lvl5pPr>
            <a:lvl6pPr>
              <a:defRPr sz="2400" b="0">
                <a:solidFill>
                  <a:srgbClr val="FFFFFF"/>
                </a:solidFill>
                <a:latin typeface="Arial"/>
                <a:ea typeface="Arial"/>
                <a:cs typeface="Arial"/>
              </a:defRPr>
            </a:lvl6pPr>
            <a:lvl7pPr>
              <a:defRPr sz="2400" b="0">
                <a:solidFill>
                  <a:srgbClr val="FFFFFF"/>
                </a:solidFill>
                <a:latin typeface="Arial"/>
                <a:ea typeface="Arial"/>
                <a:cs typeface="Arial"/>
              </a:defRPr>
            </a:lvl7pPr>
            <a:lvl8pPr>
              <a:defRPr sz="2400" b="0">
                <a:solidFill>
                  <a:srgbClr val="FFFFFF"/>
                </a:solidFill>
                <a:latin typeface="Arial"/>
                <a:ea typeface="Arial"/>
                <a:cs typeface="Arial"/>
              </a:defRPr>
            </a:lvl8pPr>
            <a:lvl9pPr>
              <a:defRPr sz="2400" b="0">
                <a:solidFill>
                  <a:srgbClr val="FFFFFF"/>
                </a:solidFill>
                <a:latin typeface="Arial"/>
                <a:ea typeface="Arial"/>
                <a:cs typeface="Arial"/>
              </a:defRPr>
            </a:lvl9pPr>
          </a:lstStyle>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Reunir tiempos de respuesta,</a:t>
            </a:r>
          </a:p>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errores y volumen de solicitudes.</a:t>
            </a:r>
          </a:p>
        </p:txBody>
      </p:sp>
      <p:sp>
        <p:nvSpPr>
          <p:cNvPr id="8" name="Dos alertas iniciales y un responsable para atenderlas.">
            <a:extLst xmlns:a="http://schemas.openxmlformats.org/drawingml/2006/main">
              <a:ext uri="{FF2B5EF4-FFF2-40B4-BE49-F238E27FC236}">
                <a16:creationId xmlns:a16="http://schemas.microsoft.com/office/drawing/2014/main" id="{C9450D6A-FCF4-4E0A-946B-D79F27197EA6}"/>
              </a:ext>
            </a:extLst>
          </p:cNvPr>
          <p:cNvSpPr>
            <a:spLocks xmlns:a="http://schemas.openxmlformats.org/drawingml/2006/main" noGrp="1"/>
          </p:cNvSpPr>
          <p:nvPr/>
        </p:nvSpPr>
        <p:spPr>
          <a:xfrm xmlns:a="http://schemas.openxmlformats.org/drawingml/2006/main">
            <a:off x="685800" y="46958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Dos alertas iniciales y un responsable para atenderlas.</a:t>
            </a:r>
          </a:p>
        </p:txBody>
      </p:sp>
      <p:sp>
        <p:nvSpPr>
          <p:cNvPr id="9" name="Browser y disponibilidad sintética se añadirán si hacen falta.">
            <a:extLst xmlns:a="http://schemas.openxmlformats.org/drawingml/2006/main">
              <a:ext uri="{FF2B5EF4-FFF2-40B4-BE49-F238E27FC236}">
                <a16:creationId xmlns:a16="http://schemas.microsoft.com/office/drawing/2014/main" id="{129A0EB4-9A04-4D8E-B9A0-DE0ABAEB5CA4}"/>
              </a:ext>
            </a:extLst>
          </p:cNvPr>
          <p:cNvSpPr>
            <a:spLocks xmlns:a="http://schemas.openxmlformats.org/drawingml/2006/main" noGrp="1"/>
          </p:cNvSpPr>
          <p:nvPr/>
        </p:nvSpPr>
        <p:spPr>
          <a:xfrm xmlns:a="http://schemas.openxmlformats.org/drawingml/2006/main">
            <a:off x="685800" y="54197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D9E3EA"/>
                </a:solidFill>
                <a:latin typeface="Arial"/>
                <a:ea typeface="Arial"/>
                <a:cs typeface="Arial"/>
              </a:defRPr>
            </a:defPPr>
            <a:lvl1pPr>
              <a:defRPr sz="1950" b="0">
                <a:solidFill>
                  <a:srgbClr val="D9E3EA"/>
                </a:solidFill>
                <a:latin typeface="Arial"/>
                <a:ea typeface="Arial"/>
                <a:cs typeface="Arial"/>
              </a:defRPr>
            </a:lvl1pPr>
            <a:lvl2pPr>
              <a:defRPr sz="1950" b="0">
                <a:solidFill>
                  <a:srgbClr val="D9E3EA"/>
                </a:solidFill>
                <a:latin typeface="Arial"/>
                <a:ea typeface="Arial"/>
                <a:cs typeface="Arial"/>
              </a:defRPr>
            </a:lvl2pPr>
            <a:lvl3pPr>
              <a:defRPr sz="1950" b="0">
                <a:solidFill>
                  <a:srgbClr val="D9E3EA"/>
                </a:solidFill>
                <a:latin typeface="Arial"/>
                <a:ea typeface="Arial"/>
                <a:cs typeface="Arial"/>
              </a:defRPr>
            </a:lvl3pPr>
            <a:lvl4pPr>
              <a:defRPr sz="1950" b="0">
                <a:solidFill>
                  <a:srgbClr val="D9E3EA"/>
                </a:solidFill>
                <a:latin typeface="Arial"/>
                <a:ea typeface="Arial"/>
                <a:cs typeface="Arial"/>
              </a:defRPr>
            </a:lvl4pPr>
            <a:lvl5pPr>
              <a:defRPr sz="1950" b="0">
                <a:solidFill>
                  <a:srgbClr val="D9E3EA"/>
                </a:solidFill>
                <a:latin typeface="Arial"/>
                <a:ea typeface="Arial"/>
                <a:cs typeface="Arial"/>
              </a:defRPr>
            </a:lvl5pPr>
            <a:lvl6pPr>
              <a:defRPr sz="1950" b="0">
                <a:solidFill>
                  <a:srgbClr val="D9E3EA"/>
                </a:solidFill>
                <a:latin typeface="Arial"/>
                <a:ea typeface="Arial"/>
                <a:cs typeface="Arial"/>
              </a:defRPr>
            </a:lvl6pPr>
            <a:lvl7pPr>
              <a:defRPr sz="1950" b="0">
                <a:solidFill>
                  <a:srgbClr val="D9E3EA"/>
                </a:solidFill>
                <a:latin typeface="Arial"/>
                <a:ea typeface="Arial"/>
                <a:cs typeface="Arial"/>
              </a:defRPr>
            </a:lvl7pPr>
            <a:lvl8pPr>
              <a:defRPr sz="1950" b="0">
                <a:solidFill>
                  <a:srgbClr val="D9E3EA"/>
                </a:solidFill>
                <a:latin typeface="Arial"/>
                <a:ea typeface="Arial"/>
                <a:cs typeface="Arial"/>
              </a:defRPr>
            </a:lvl8pPr>
            <a:lvl9pPr>
              <a:defRPr sz="1950" b="0">
                <a:solidFill>
                  <a:srgbClr val="D9E3EA"/>
                </a:solidFill>
                <a:latin typeface="Arial"/>
                <a:ea typeface="Arial"/>
                <a:cs typeface="Arial"/>
              </a:defRPr>
            </a:lvl9pPr>
          </a:lstStyle>
          <a:p xmlns:a="http://schemas.openxmlformats.org/drawingml/2006/main">
            <a:pPr>
              <a:defRPr sz="1950" b="0">
                <a:solidFill>
                  <a:srgbClr val="D9E3EA"/>
                </a:solidFill>
                <a:latin typeface="Arial"/>
                <a:ea typeface="Arial"/>
                <a:cs typeface="Arial"/>
              </a:defRPr>
            </a:pPr>
            <a:r>
              <a:rPr sz="1950" b="0">
                <a:solidFill>
                  <a:srgbClr val="D9E3EA"/>
                </a:solidFill>
                <a:latin typeface="Arial"/>
                <a:ea typeface="Arial"/>
                <a:cs typeface="Arial"/>
              </a:rPr>
              <a:t>Browser y disponibilidad sintética se añadirán si hacen falta.</a:t>
            </a:r>
          </a:p>
        </p:txBody>
      </p:sp>
    </p:spTree>
    <p:extLst>
      <p:ext uri="{BB962C8B-B14F-4D97-AF65-F5344CB8AC3E}">
        <p14:creationId xmlns:p14="http://schemas.microsoft.com/office/powerpoint/2010/main" val="186164601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Instalación del agente en la API">
            <a:extLst xmlns:a="http://schemas.openxmlformats.org/drawingml/2006/main">
              <a:ext uri="{FF2B5EF4-FFF2-40B4-BE49-F238E27FC236}">
                <a16:creationId xmlns:a16="http://schemas.microsoft.com/office/drawing/2014/main" id="{FE0436B7-937E-419C-9D35-0274E5264967}"/>
              </a:ext>
            </a:extLst>
          </p:cNvPr>
          <p:cNvSpPr>
            <a:spLocks xmlns:a="http://schemas.openxmlformats.org/drawingml/2006/main" noGrp="1"/>
          </p:cNvSpPr>
          <p:nvPr/>
        </p:nvSpPr>
        <p:spPr>
          <a:xfrm xmlns:a="http://schemas.openxmlformats.org/drawingml/2006/main">
            <a:off x="685800" y="523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0B233F"/>
                </a:solidFill>
                <a:latin typeface="Arial"/>
                <a:ea typeface="Arial"/>
                <a:cs typeface="Arial"/>
              </a:defRPr>
            </a:defPPr>
            <a:lvl1pPr>
              <a:defRPr sz="3600" b="1">
                <a:solidFill>
                  <a:srgbClr val="0B233F"/>
                </a:solidFill>
                <a:latin typeface="Arial"/>
                <a:ea typeface="Arial"/>
                <a:cs typeface="Arial"/>
              </a:defRPr>
            </a:lvl1pPr>
            <a:lvl2pPr>
              <a:defRPr sz="3600" b="1">
                <a:solidFill>
                  <a:srgbClr val="0B233F"/>
                </a:solidFill>
                <a:latin typeface="Arial"/>
                <a:ea typeface="Arial"/>
                <a:cs typeface="Arial"/>
              </a:defRPr>
            </a:lvl2pPr>
            <a:lvl3pPr>
              <a:defRPr sz="3600" b="1">
                <a:solidFill>
                  <a:srgbClr val="0B233F"/>
                </a:solidFill>
                <a:latin typeface="Arial"/>
                <a:ea typeface="Arial"/>
                <a:cs typeface="Arial"/>
              </a:defRPr>
            </a:lvl3pPr>
            <a:lvl4pPr>
              <a:defRPr sz="3600" b="1">
                <a:solidFill>
                  <a:srgbClr val="0B233F"/>
                </a:solidFill>
                <a:latin typeface="Arial"/>
                <a:ea typeface="Arial"/>
                <a:cs typeface="Arial"/>
              </a:defRPr>
            </a:lvl4pPr>
            <a:lvl5pPr>
              <a:defRPr sz="3600" b="1">
                <a:solidFill>
                  <a:srgbClr val="0B233F"/>
                </a:solidFill>
                <a:latin typeface="Arial"/>
                <a:ea typeface="Arial"/>
                <a:cs typeface="Arial"/>
              </a:defRPr>
            </a:lvl5pPr>
            <a:lvl6pPr>
              <a:defRPr sz="3600" b="1">
                <a:solidFill>
                  <a:srgbClr val="0B233F"/>
                </a:solidFill>
                <a:latin typeface="Arial"/>
                <a:ea typeface="Arial"/>
                <a:cs typeface="Arial"/>
              </a:defRPr>
            </a:lvl6pPr>
            <a:lvl7pPr>
              <a:defRPr sz="3600" b="1">
                <a:solidFill>
                  <a:srgbClr val="0B233F"/>
                </a:solidFill>
                <a:latin typeface="Arial"/>
                <a:ea typeface="Arial"/>
                <a:cs typeface="Arial"/>
              </a:defRPr>
            </a:lvl7pPr>
            <a:lvl8pPr>
              <a:defRPr sz="3600" b="1">
                <a:solidFill>
                  <a:srgbClr val="0B233F"/>
                </a:solidFill>
                <a:latin typeface="Arial"/>
                <a:ea typeface="Arial"/>
                <a:cs typeface="Arial"/>
              </a:defRPr>
            </a:lvl8pPr>
            <a:lvl9pPr>
              <a:defRPr sz="3600" b="1">
                <a:solidFill>
                  <a:srgbClr val="0B233F"/>
                </a:solidFill>
                <a:latin typeface="Arial"/>
                <a:ea typeface="Arial"/>
                <a:cs typeface="Arial"/>
              </a:defRPr>
            </a:lvl9pPr>
          </a:lstStyle>
          <a:p xmlns:a="http://schemas.openxmlformats.org/drawingml/2006/main">
            <a:pPr>
              <a:defRPr sz="3600" b="1">
                <a:solidFill>
                  <a:srgbClr val="0B233F"/>
                </a:solidFill>
                <a:latin typeface="Arial"/>
                <a:ea typeface="Arial"/>
                <a:cs typeface="Arial"/>
              </a:defRPr>
            </a:pPr>
            <a:r>
              <a:rPr sz="3600" b="1">
                <a:solidFill>
                  <a:srgbClr val="0B233F"/>
                </a:solidFill>
                <a:latin typeface="Arial"/>
                <a:ea typeface="Arial"/>
                <a:cs typeface="Arial"/>
              </a:rPr>
              <a:t>Instalación del agente en la API</a:t>
            </a:r>
          </a:p>
        </p:txBody>
      </p:sp>
      <p:sp>
        <p:nvSpPr>
          <p:cNvPr id="2" name="Stock-Quest">
            <a:extLst xmlns:a="http://schemas.openxmlformats.org/drawingml/2006/main">
              <a:ext uri="{FF2B5EF4-FFF2-40B4-BE49-F238E27FC236}">
                <a16:creationId xmlns:a16="http://schemas.microsoft.com/office/drawing/2014/main" id="{70A251A9-8C47-44C4-A784-DE65FE453038}"/>
              </a:ext>
            </a:extLst>
          </p:cNvPr>
          <p:cNvSpPr>
            <a:spLocks xmlns:a="http://schemas.openxmlformats.org/drawingml/2006/main" noGrp="1"/>
          </p:cNvSpPr>
          <p:nvPr/>
        </p:nvSpPr>
        <p:spPr>
          <a:xfrm xmlns:a="http://schemas.openxmlformats.org/drawingml/2006/main">
            <a:off x="685800" y="6448425"/>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Stock-Quest</a:t>
            </a:r>
          </a:p>
        </p:txBody>
      </p:sp>
      <p:sp>
        <p:nvSpPr>
          <p:cNvPr id="3" name="04">
            <a:extLst xmlns:a="http://schemas.openxmlformats.org/drawingml/2006/main">
              <a:ext uri="{FF2B5EF4-FFF2-40B4-BE49-F238E27FC236}">
                <a16:creationId xmlns:a16="http://schemas.microsoft.com/office/drawing/2014/main" id="{E1C0AE35-FAE1-45A8-B069-F737DE956FE8}"/>
              </a:ext>
            </a:extLst>
          </p:cNvPr>
          <p:cNvSpPr>
            <a:spLocks xmlns:a="http://schemas.openxmlformats.org/drawingml/2006/main" noGrp="1"/>
          </p:cNvSpPr>
          <p:nvPr/>
        </p:nvSpPr>
        <p:spPr>
          <a:xfrm xmlns:a="http://schemas.openxmlformats.org/drawingml/2006/main">
            <a:off x="11144250" y="64484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04</a:t>
            </a:r>
          </a:p>
        </p:txBody>
      </p:sp>
      <p:sp>
        <p:nvSpPr>
          <p:cNvPr id="4" name="Instalar desde la raíz del repositorio">
            <a:extLst xmlns:a="http://schemas.openxmlformats.org/drawingml/2006/main">
              <a:ext uri="{FF2B5EF4-FFF2-40B4-BE49-F238E27FC236}">
                <a16:creationId xmlns:a16="http://schemas.microsoft.com/office/drawing/2014/main" id="{523B9630-D9B0-49BF-A880-AC9DA8CA4C48}"/>
              </a:ext>
            </a:extLst>
          </p:cNvPr>
          <p:cNvSpPr>
            <a:spLocks xmlns:a="http://schemas.openxmlformats.org/drawingml/2006/main" noGrp="1"/>
          </p:cNvSpPr>
          <p:nvPr/>
        </p:nvSpPr>
        <p:spPr>
          <a:xfrm xmlns:a="http://schemas.openxmlformats.org/drawingml/2006/main">
            <a:off x="685800" y="17240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B233F"/>
                </a:solidFill>
                <a:latin typeface="Arial"/>
                <a:ea typeface="Arial"/>
                <a:cs typeface="Arial"/>
              </a:defRPr>
            </a:defPPr>
            <a:lvl1pPr>
              <a:defRPr sz="2250" b="1">
                <a:solidFill>
                  <a:srgbClr val="0B233F"/>
                </a:solidFill>
                <a:latin typeface="Arial"/>
                <a:ea typeface="Arial"/>
                <a:cs typeface="Arial"/>
              </a:defRPr>
            </a:lvl1pPr>
            <a:lvl2pPr>
              <a:defRPr sz="2250" b="1">
                <a:solidFill>
                  <a:srgbClr val="0B233F"/>
                </a:solidFill>
                <a:latin typeface="Arial"/>
                <a:ea typeface="Arial"/>
                <a:cs typeface="Arial"/>
              </a:defRPr>
            </a:lvl2pPr>
            <a:lvl3pPr>
              <a:defRPr sz="2250" b="1">
                <a:solidFill>
                  <a:srgbClr val="0B233F"/>
                </a:solidFill>
                <a:latin typeface="Arial"/>
                <a:ea typeface="Arial"/>
                <a:cs typeface="Arial"/>
              </a:defRPr>
            </a:lvl3pPr>
            <a:lvl4pPr>
              <a:defRPr sz="2250" b="1">
                <a:solidFill>
                  <a:srgbClr val="0B233F"/>
                </a:solidFill>
                <a:latin typeface="Arial"/>
                <a:ea typeface="Arial"/>
                <a:cs typeface="Arial"/>
              </a:defRPr>
            </a:lvl4pPr>
            <a:lvl5pPr>
              <a:defRPr sz="2250" b="1">
                <a:solidFill>
                  <a:srgbClr val="0B233F"/>
                </a:solidFill>
                <a:latin typeface="Arial"/>
                <a:ea typeface="Arial"/>
                <a:cs typeface="Arial"/>
              </a:defRPr>
            </a:lvl5pPr>
            <a:lvl6pPr>
              <a:defRPr sz="2250" b="1">
                <a:solidFill>
                  <a:srgbClr val="0B233F"/>
                </a:solidFill>
                <a:latin typeface="Arial"/>
                <a:ea typeface="Arial"/>
                <a:cs typeface="Arial"/>
              </a:defRPr>
            </a:lvl6pPr>
            <a:lvl7pPr>
              <a:defRPr sz="2250" b="1">
                <a:solidFill>
                  <a:srgbClr val="0B233F"/>
                </a:solidFill>
                <a:latin typeface="Arial"/>
                <a:ea typeface="Arial"/>
                <a:cs typeface="Arial"/>
              </a:defRPr>
            </a:lvl7pPr>
            <a:lvl8pPr>
              <a:defRPr sz="2250" b="1">
                <a:solidFill>
                  <a:srgbClr val="0B233F"/>
                </a:solidFill>
                <a:latin typeface="Arial"/>
                <a:ea typeface="Arial"/>
                <a:cs typeface="Arial"/>
              </a:defRPr>
            </a:lvl8pPr>
            <a:lvl9pPr>
              <a:defRPr sz="2250" b="1">
                <a:solidFill>
                  <a:srgbClr val="0B233F"/>
                </a:solidFill>
                <a:latin typeface="Arial"/>
                <a:ea typeface="Arial"/>
                <a:cs typeface="Arial"/>
              </a:defRPr>
            </a:lvl9pPr>
          </a:lstStyle>
          <a:p xmlns:a="http://schemas.openxmlformats.org/drawingml/2006/main">
            <a:pPr>
              <a:defRPr sz="2250" b="1">
                <a:solidFill>
                  <a:srgbClr val="0B233F"/>
                </a:solidFill>
                <a:latin typeface="Arial"/>
                <a:ea typeface="Arial"/>
                <a:cs typeface="Arial"/>
              </a:defRPr>
            </a:pPr>
            <a:r>
              <a:rPr sz="2250" b="1">
                <a:solidFill>
                  <a:srgbClr val="0B233F"/>
                </a:solidFill>
                <a:latin typeface="Arial"/>
                <a:ea typeface="Arial"/>
                <a:cs typeface="Arial"/>
              </a:rPr>
              <a:t>Instalar desde la raíz del repositorio</a:t>
            </a:r>
          </a:p>
        </p:txBody>
      </p:sp>
      <p:sp>
        <p:nvSpPr>
          <p:cNvPr id="5" name="npm install newrelic -w @stock-quest/api">
            <a:extLst xmlns:a="http://schemas.openxmlformats.org/drawingml/2006/main">
              <a:ext uri="{FF2B5EF4-FFF2-40B4-BE49-F238E27FC236}">
                <a16:creationId xmlns:a16="http://schemas.microsoft.com/office/drawing/2014/main" id="{820327C7-C1DD-46D6-BC9F-B9A5513B7475}"/>
              </a:ext>
            </a:extLst>
          </p:cNvPr>
          <p:cNvSpPr>
            <a:spLocks xmlns:a="http://schemas.openxmlformats.org/drawingml/2006/main" noGrp="1"/>
          </p:cNvSpPr>
          <p:nvPr/>
        </p:nvSpPr>
        <p:spPr>
          <a:xfrm xmlns:a="http://schemas.openxmlformats.org/drawingml/2006/main">
            <a:off x="685800" y="229552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87E74"/>
                </a:solidFill>
                <a:latin typeface="Consolas"/>
                <a:ea typeface="Consolas"/>
                <a:cs typeface="Consolas"/>
              </a:defRPr>
            </a:defPPr>
            <a:lvl1pPr>
              <a:defRPr sz="2250" b="1">
                <a:solidFill>
                  <a:srgbClr val="087E74"/>
                </a:solidFill>
                <a:latin typeface="Consolas"/>
                <a:ea typeface="Consolas"/>
                <a:cs typeface="Consolas"/>
              </a:defRPr>
            </a:lvl1pPr>
            <a:lvl2pPr>
              <a:defRPr sz="2250" b="1">
                <a:solidFill>
                  <a:srgbClr val="087E74"/>
                </a:solidFill>
                <a:latin typeface="Consolas"/>
                <a:ea typeface="Consolas"/>
                <a:cs typeface="Consolas"/>
              </a:defRPr>
            </a:lvl2pPr>
            <a:lvl3pPr>
              <a:defRPr sz="2250" b="1">
                <a:solidFill>
                  <a:srgbClr val="087E74"/>
                </a:solidFill>
                <a:latin typeface="Consolas"/>
                <a:ea typeface="Consolas"/>
                <a:cs typeface="Consolas"/>
              </a:defRPr>
            </a:lvl3pPr>
            <a:lvl4pPr>
              <a:defRPr sz="2250" b="1">
                <a:solidFill>
                  <a:srgbClr val="087E74"/>
                </a:solidFill>
                <a:latin typeface="Consolas"/>
                <a:ea typeface="Consolas"/>
                <a:cs typeface="Consolas"/>
              </a:defRPr>
            </a:lvl4pPr>
            <a:lvl5pPr>
              <a:defRPr sz="2250" b="1">
                <a:solidFill>
                  <a:srgbClr val="087E74"/>
                </a:solidFill>
                <a:latin typeface="Consolas"/>
                <a:ea typeface="Consolas"/>
                <a:cs typeface="Consolas"/>
              </a:defRPr>
            </a:lvl5pPr>
            <a:lvl6pPr>
              <a:defRPr sz="2250" b="1">
                <a:solidFill>
                  <a:srgbClr val="087E74"/>
                </a:solidFill>
                <a:latin typeface="Consolas"/>
                <a:ea typeface="Consolas"/>
                <a:cs typeface="Consolas"/>
              </a:defRPr>
            </a:lvl6pPr>
            <a:lvl7pPr>
              <a:defRPr sz="2250" b="1">
                <a:solidFill>
                  <a:srgbClr val="087E74"/>
                </a:solidFill>
                <a:latin typeface="Consolas"/>
                <a:ea typeface="Consolas"/>
                <a:cs typeface="Consolas"/>
              </a:defRPr>
            </a:lvl7pPr>
            <a:lvl8pPr>
              <a:defRPr sz="2250" b="1">
                <a:solidFill>
                  <a:srgbClr val="087E74"/>
                </a:solidFill>
                <a:latin typeface="Consolas"/>
                <a:ea typeface="Consolas"/>
                <a:cs typeface="Consolas"/>
              </a:defRPr>
            </a:lvl8pPr>
            <a:lvl9pPr>
              <a:defRPr sz="2250" b="1">
                <a:solidFill>
                  <a:srgbClr val="087E74"/>
                </a:solidFill>
                <a:latin typeface="Consolas"/>
                <a:ea typeface="Consolas"/>
                <a:cs typeface="Consolas"/>
              </a:defRPr>
            </a:lvl9pPr>
          </a:lstStyle>
          <a:p xmlns:a="http://schemas.openxmlformats.org/drawingml/2006/main">
            <a:pPr>
              <a:defRPr sz="2250" b="1">
                <a:solidFill>
                  <a:srgbClr val="087E74"/>
                </a:solidFill>
                <a:latin typeface="Consolas"/>
                <a:ea typeface="Consolas"/>
                <a:cs typeface="Consolas"/>
              </a:defRPr>
            </a:pPr>
            <a:r>
              <a:rPr sz="2250" b="1">
                <a:solidFill>
                  <a:srgbClr val="087E74"/>
                </a:solidFill>
                <a:latin typeface="Consolas"/>
                <a:ea typeface="Consolas"/>
                <a:cs typeface="Consolas"/>
              </a:rPr>
              <a:t>npm install newrelic -w @stock-quest/api</a:t>
            </a:r>
          </a:p>
        </p:txBody>
      </p:sp>
      <p:sp>
        <p:nvSpPr>
          <p:cNvPr id="6" name="Actualizar el script start de backend/package.json">
            <a:extLst xmlns:a="http://schemas.openxmlformats.org/drawingml/2006/main">
              <a:ext uri="{FF2B5EF4-FFF2-40B4-BE49-F238E27FC236}">
                <a16:creationId xmlns:a16="http://schemas.microsoft.com/office/drawing/2014/main" id="{E9A94520-9A35-43DC-8826-79CD0A029A5B}"/>
              </a:ext>
            </a:extLst>
          </p:cNvPr>
          <p:cNvSpPr>
            <a:spLocks xmlns:a="http://schemas.openxmlformats.org/drawingml/2006/main" noGrp="1"/>
          </p:cNvSpPr>
          <p:nvPr/>
        </p:nvSpPr>
        <p:spPr>
          <a:xfrm xmlns:a="http://schemas.openxmlformats.org/drawingml/2006/main">
            <a:off x="685800" y="321945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B233F"/>
                </a:solidFill>
                <a:latin typeface="Arial"/>
                <a:ea typeface="Arial"/>
                <a:cs typeface="Arial"/>
              </a:defRPr>
            </a:defPPr>
            <a:lvl1pPr>
              <a:defRPr sz="2250" b="1">
                <a:solidFill>
                  <a:srgbClr val="0B233F"/>
                </a:solidFill>
                <a:latin typeface="Arial"/>
                <a:ea typeface="Arial"/>
                <a:cs typeface="Arial"/>
              </a:defRPr>
            </a:lvl1pPr>
            <a:lvl2pPr>
              <a:defRPr sz="2250" b="1">
                <a:solidFill>
                  <a:srgbClr val="0B233F"/>
                </a:solidFill>
                <a:latin typeface="Arial"/>
                <a:ea typeface="Arial"/>
                <a:cs typeface="Arial"/>
              </a:defRPr>
            </a:lvl2pPr>
            <a:lvl3pPr>
              <a:defRPr sz="2250" b="1">
                <a:solidFill>
                  <a:srgbClr val="0B233F"/>
                </a:solidFill>
                <a:latin typeface="Arial"/>
                <a:ea typeface="Arial"/>
                <a:cs typeface="Arial"/>
              </a:defRPr>
            </a:lvl3pPr>
            <a:lvl4pPr>
              <a:defRPr sz="2250" b="1">
                <a:solidFill>
                  <a:srgbClr val="0B233F"/>
                </a:solidFill>
                <a:latin typeface="Arial"/>
                <a:ea typeface="Arial"/>
                <a:cs typeface="Arial"/>
              </a:defRPr>
            </a:lvl4pPr>
            <a:lvl5pPr>
              <a:defRPr sz="2250" b="1">
                <a:solidFill>
                  <a:srgbClr val="0B233F"/>
                </a:solidFill>
                <a:latin typeface="Arial"/>
                <a:ea typeface="Arial"/>
                <a:cs typeface="Arial"/>
              </a:defRPr>
            </a:lvl5pPr>
            <a:lvl6pPr>
              <a:defRPr sz="2250" b="1">
                <a:solidFill>
                  <a:srgbClr val="0B233F"/>
                </a:solidFill>
                <a:latin typeface="Arial"/>
                <a:ea typeface="Arial"/>
                <a:cs typeface="Arial"/>
              </a:defRPr>
            </a:lvl6pPr>
            <a:lvl7pPr>
              <a:defRPr sz="2250" b="1">
                <a:solidFill>
                  <a:srgbClr val="0B233F"/>
                </a:solidFill>
                <a:latin typeface="Arial"/>
                <a:ea typeface="Arial"/>
                <a:cs typeface="Arial"/>
              </a:defRPr>
            </a:lvl7pPr>
            <a:lvl8pPr>
              <a:defRPr sz="2250" b="1">
                <a:solidFill>
                  <a:srgbClr val="0B233F"/>
                </a:solidFill>
                <a:latin typeface="Arial"/>
                <a:ea typeface="Arial"/>
                <a:cs typeface="Arial"/>
              </a:defRPr>
            </a:lvl8pPr>
            <a:lvl9pPr>
              <a:defRPr sz="2250" b="1">
                <a:solidFill>
                  <a:srgbClr val="0B233F"/>
                </a:solidFill>
                <a:latin typeface="Arial"/>
                <a:ea typeface="Arial"/>
                <a:cs typeface="Arial"/>
              </a:defRPr>
            </a:lvl9pPr>
          </a:lstStyle>
          <a:p xmlns:a="http://schemas.openxmlformats.org/drawingml/2006/main">
            <a:pPr>
              <a:defRPr sz="2250" b="1">
                <a:solidFill>
                  <a:srgbClr val="0B233F"/>
                </a:solidFill>
                <a:latin typeface="Arial"/>
                <a:ea typeface="Arial"/>
                <a:cs typeface="Arial"/>
              </a:defRPr>
            </a:pPr>
            <a:r>
              <a:rPr sz="2250" b="1">
                <a:solidFill>
                  <a:srgbClr val="0B233F"/>
                </a:solidFill>
                <a:latin typeface="Arial"/>
                <a:ea typeface="Arial"/>
                <a:cs typeface="Arial"/>
              </a:rPr>
              <a:t>Actualizar el script start de backend/package.json</a:t>
            </a:r>
          </a:p>
        </p:txBody>
      </p:sp>
      <p:sp>
        <p:nvSpPr>
          <p:cNvPr id="7" name="&quot;start&quot;: &quot;node -r newrelic dist/server.js&quot;">
            <a:extLst xmlns:a="http://schemas.openxmlformats.org/drawingml/2006/main">
              <a:ext uri="{FF2B5EF4-FFF2-40B4-BE49-F238E27FC236}">
                <a16:creationId xmlns:a16="http://schemas.microsoft.com/office/drawing/2014/main" id="{E9D4122C-52DE-45C8-B1BD-83C9A125D07E}"/>
              </a:ext>
            </a:extLst>
          </p:cNvPr>
          <p:cNvSpPr>
            <a:spLocks xmlns:a="http://schemas.openxmlformats.org/drawingml/2006/main" noGrp="1"/>
          </p:cNvSpPr>
          <p:nvPr/>
        </p:nvSpPr>
        <p:spPr>
          <a:xfrm xmlns:a="http://schemas.openxmlformats.org/drawingml/2006/main">
            <a:off x="685800" y="38290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87E74"/>
                </a:solidFill>
                <a:latin typeface="Consolas"/>
                <a:ea typeface="Consolas"/>
                <a:cs typeface="Consolas"/>
              </a:defRPr>
            </a:defPPr>
            <a:lvl1pPr>
              <a:defRPr sz="2250" b="1">
                <a:solidFill>
                  <a:srgbClr val="087E74"/>
                </a:solidFill>
                <a:latin typeface="Consolas"/>
                <a:ea typeface="Consolas"/>
                <a:cs typeface="Consolas"/>
              </a:defRPr>
            </a:lvl1pPr>
            <a:lvl2pPr>
              <a:defRPr sz="2250" b="1">
                <a:solidFill>
                  <a:srgbClr val="087E74"/>
                </a:solidFill>
                <a:latin typeface="Consolas"/>
                <a:ea typeface="Consolas"/>
                <a:cs typeface="Consolas"/>
              </a:defRPr>
            </a:lvl2pPr>
            <a:lvl3pPr>
              <a:defRPr sz="2250" b="1">
                <a:solidFill>
                  <a:srgbClr val="087E74"/>
                </a:solidFill>
                <a:latin typeface="Consolas"/>
                <a:ea typeface="Consolas"/>
                <a:cs typeface="Consolas"/>
              </a:defRPr>
            </a:lvl3pPr>
            <a:lvl4pPr>
              <a:defRPr sz="2250" b="1">
                <a:solidFill>
                  <a:srgbClr val="087E74"/>
                </a:solidFill>
                <a:latin typeface="Consolas"/>
                <a:ea typeface="Consolas"/>
                <a:cs typeface="Consolas"/>
              </a:defRPr>
            </a:lvl4pPr>
            <a:lvl5pPr>
              <a:defRPr sz="2250" b="1">
                <a:solidFill>
                  <a:srgbClr val="087E74"/>
                </a:solidFill>
                <a:latin typeface="Consolas"/>
                <a:ea typeface="Consolas"/>
                <a:cs typeface="Consolas"/>
              </a:defRPr>
            </a:lvl5pPr>
            <a:lvl6pPr>
              <a:defRPr sz="2250" b="1">
                <a:solidFill>
                  <a:srgbClr val="087E74"/>
                </a:solidFill>
                <a:latin typeface="Consolas"/>
                <a:ea typeface="Consolas"/>
                <a:cs typeface="Consolas"/>
              </a:defRPr>
            </a:lvl6pPr>
            <a:lvl7pPr>
              <a:defRPr sz="2250" b="1">
                <a:solidFill>
                  <a:srgbClr val="087E74"/>
                </a:solidFill>
                <a:latin typeface="Consolas"/>
                <a:ea typeface="Consolas"/>
                <a:cs typeface="Consolas"/>
              </a:defRPr>
            </a:lvl7pPr>
            <a:lvl8pPr>
              <a:defRPr sz="2250" b="1">
                <a:solidFill>
                  <a:srgbClr val="087E74"/>
                </a:solidFill>
                <a:latin typeface="Consolas"/>
                <a:ea typeface="Consolas"/>
                <a:cs typeface="Consolas"/>
              </a:defRPr>
            </a:lvl8pPr>
            <a:lvl9pPr>
              <a:defRPr sz="2250" b="1">
                <a:solidFill>
                  <a:srgbClr val="087E74"/>
                </a:solidFill>
                <a:latin typeface="Consolas"/>
                <a:ea typeface="Consolas"/>
                <a:cs typeface="Consolas"/>
              </a:defRPr>
            </a:lvl9pPr>
          </a:lstStyle>
          <a:p xmlns:a="http://schemas.openxmlformats.org/drawingml/2006/main">
            <a:pPr>
              <a:defRPr sz="2250" b="1">
                <a:solidFill>
                  <a:srgbClr val="087E74"/>
                </a:solidFill>
                <a:latin typeface="Consolas"/>
                <a:ea typeface="Consolas"/>
                <a:cs typeface="Consolas"/>
              </a:defRPr>
            </a:pPr>
            <a:r>
              <a:rPr sz="2250" b="1">
                <a:solidFill>
                  <a:srgbClr val="087E74"/>
                </a:solidFill>
                <a:latin typeface="Consolas"/>
                <a:ea typeface="Consolas"/>
                <a:cs typeface="Consolas"/>
              </a:rPr>
              <a:t>"start": "node -r newrelic dist/server.js"</a:t>
            </a:r>
          </a:p>
        </p:txBody>
      </p:sp>
      <p:sp>
        <p:nvSpPr>
          <p:cNvPr id="8" name="El agente debe cargarse antes que Express para instrumentar las s">
            <a:extLst xmlns:a="http://schemas.openxmlformats.org/drawingml/2006/main">
              <a:ext uri="{FF2B5EF4-FFF2-40B4-BE49-F238E27FC236}">
                <a16:creationId xmlns:a16="http://schemas.microsoft.com/office/drawing/2014/main" id="{82332643-EC60-4058-B4FF-0E3AA5C87081}"/>
              </a:ext>
            </a:extLst>
          </p:cNvPr>
          <p:cNvSpPr>
            <a:spLocks xmlns:a="http://schemas.openxmlformats.org/drawingml/2006/main" noGrp="1"/>
          </p:cNvSpPr>
          <p:nvPr/>
        </p:nvSpPr>
        <p:spPr>
          <a:xfrm xmlns:a="http://schemas.openxmlformats.org/drawingml/2006/main">
            <a:off x="685800" y="5019675"/>
            <a:ext cx="10820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526575"/>
                </a:solidFill>
                <a:latin typeface="Arial"/>
                <a:ea typeface="Arial"/>
                <a:cs typeface="Arial"/>
              </a:defRPr>
            </a:defPPr>
            <a:lvl1pPr>
              <a:defRPr sz="2250" b="0">
                <a:solidFill>
                  <a:srgbClr val="526575"/>
                </a:solidFill>
                <a:latin typeface="Arial"/>
                <a:ea typeface="Arial"/>
                <a:cs typeface="Arial"/>
              </a:defRPr>
            </a:lvl1pPr>
            <a:lvl2pPr>
              <a:defRPr sz="2250" b="0">
                <a:solidFill>
                  <a:srgbClr val="526575"/>
                </a:solidFill>
                <a:latin typeface="Arial"/>
                <a:ea typeface="Arial"/>
                <a:cs typeface="Arial"/>
              </a:defRPr>
            </a:lvl2pPr>
            <a:lvl3pPr>
              <a:defRPr sz="2250" b="0">
                <a:solidFill>
                  <a:srgbClr val="526575"/>
                </a:solidFill>
                <a:latin typeface="Arial"/>
                <a:ea typeface="Arial"/>
                <a:cs typeface="Arial"/>
              </a:defRPr>
            </a:lvl3pPr>
            <a:lvl4pPr>
              <a:defRPr sz="2250" b="0">
                <a:solidFill>
                  <a:srgbClr val="526575"/>
                </a:solidFill>
                <a:latin typeface="Arial"/>
                <a:ea typeface="Arial"/>
                <a:cs typeface="Arial"/>
              </a:defRPr>
            </a:lvl4pPr>
            <a:lvl5pPr>
              <a:defRPr sz="2250" b="0">
                <a:solidFill>
                  <a:srgbClr val="526575"/>
                </a:solidFill>
                <a:latin typeface="Arial"/>
                <a:ea typeface="Arial"/>
                <a:cs typeface="Arial"/>
              </a:defRPr>
            </a:lvl5pPr>
            <a:lvl6pPr>
              <a:defRPr sz="2250" b="0">
                <a:solidFill>
                  <a:srgbClr val="526575"/>
                </a:solidFill>
                <a:latin typeface="Arial"/>
                <a:ea typeface="Arial"/>
                <a:cs typeface="Arial"/>
              </a:defRPr>
            </a:lvl6pPr>
            <a:lvl7pPr>
              <a:defRPr sz="2250" b="0">
                <a:solidFill>
                  <a:srgbClr val="526575"/>
                </a:solidFill>
                <a:latin typeface="Arial"/>
                <a:ea typeface="Arial"/>
                <a:cs typeface="Arial"/>
              </a:defRPr>
            </a:lvl7pPr>
            <a:lvl8pPr>
              <a:defRPr sz="2250" b="0">
                <a:solidFill>
                  <a:srgbClr val="526575"/>
                </a:solidFill>
                <a:latin typeface="Arial"/>
                <a:ea typeface="Arial"/>
                <a:cs typeface="Arial"/>
              </a:defRPr>
            </a:lvl8pPr>
            <a:lvl9pPr>
              <a:defRPr sz="2250" b="0">
                <a:solidFill>
                  <a:srgbClr val="526575"/>
                </a:solidFill>
                <a:latin typeface="Arial"/>
                <a:ea typeface="Arial"/>
                <a:cs typeface="Arial"/>
              </a:defRPr>
            </a:lvl9pPr>
          </a:lstStyle>
          <a:p xmlns:a="http://schemas.openxmlformats.org/drawingml/2006/main">
            <a:pPr>
              <a:defRPr sz="2250" b="0">
                <a:solidFill>
                  <a:srgbClr val="526575"/>
                </a:solidFill>
                <a:latin typeface="Arial"/>
                <a:ea typeface="Arial"/>
                <a:cs typeface="Arial"/>
              </a:defRPr>
            </a:pPr>
            <a:r>
              <a:rPr sz="2250" b="0">
                <a:solidFill>
                  <a:srgbClr val="526575"/>
                </a:solidFill>
                <a:latin typeface="Arial"/>
                <a:ea typeface="Arial"/>
                <a:cs typeface="Arial"/>
              </a:rPr>
              <a:t>El agente debe cargarse antes que Express para instrumentar las solicitudes.</a:t>
            </a:r>
          </a:p>
        </p:txBody>
      </p:sp>
    </p:spTree>
    <p:extLst>
      <p:ext uri="{BB962C8B-B14F-4D97-AF65-F5344CB8AC3E}">
        <p14:creationId xmlns:p14="http://schemas.microsoft.com/office/powerpoint/2010/main" val="75233172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Configuración del entorno">
            <a:extLst xmlns:a="http://schemas.openxmlformats.org/drawingml/2006/main">
              <a:ext uri="{FF2B5EF4-FFF2-40B4-BE49-F238E27FC236}">
                <a16:creationId xmlns:a16="http://schemas.microsoft.com/office/drawing/2014/main" id="{A319A479-9D71-4762-A329-799ACBD56A24}"/>
              </a:ext>
            </a:extLst>
          </p:cNvPr>
          <p:cNvSpPr>
            <a:spLocks xmlns:a="http://schemas.openxmlformats.org/drawingml/2006/main" noGrp="1"/>
          </p:cNvSpPr>
          <p:nvPr/>
        </p:nvSpPr>
        <p:spPr>
          <a:xfrm xmlns:a="http://schemas.openxmlformats.org/drawingml/2006/main">
            <a:off x="685800" y="523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0B233F"/>
                </a:solidFill>
                <a:latin typeface="Arial"/>
                <a:ea typeface="Arial"/>
                <a:cs typeface="Arial"/>
              </a:defRPr>
            </a:defPPr>
            <a:lvl1pPr>
              <a:defRPr sz="3600" b="1">
                <a:solidFill>
                  <a:srgbClr val="0B233F"/>
                </a:solidFill>
                <a:latin typeface="Arial"/>
                <a:ea typeface="Arial"/>
                <a:cs typeface="Arial"/>
              </a:defRPr>
            </a:lvl1pPr>
            <a:lvl2pPr>
              <a:defRPr sz="3600" b="1">
                <a:solidFill>
                  <a:srgbClr val="0B233F"/>
                </a:solidFill>
                <a:latin typeface="Arial"/>
                <a:ea typeface="Arial"/>
                <a:cs typeface="Arial"/>
              </a:defRPr>
            </a:lvl2pPr>
            <a:lvl3pPr>
              <a:defRPr sz="3600" b="1">
                <a:solidFill>
                  <a:srgbClr val="0B233F"/>
                </a:solidFill>
                <a:latin typeface="Arial"/>
                <a:ea typeface="Arial"/>
                <a:cs typeface="Arial"/>
              </a:defRPr>
            </a:lvl3pPr>
            <a:lvl4pPr>
              <a:defRPr sz="3600" b="1">
                <a:solidFill>
                  <a:srgbClr val="0B233F"/>
                </a:solidFill>
                <a:latin typeface="Arial"/>
                <a:ea typeface="Arial"/>
                <a:cs typeface="Arial"/>
              </a:defRPr>
            </a:lvl4pPr>
            <a:lvl5pPr>
              <a:defRPr sz="3600" b="1">
                <a:solidFill>
                  <a:srgbClr val="0B233F"/>
                </a:solidFill>
                <a:latin typeface="Arial"/>
                <a:ea typeface="Arial"/>
                <a:cs typeface="Arial"/>
              </a:defRPr>
            </a:lvl5pPr>
            <a:lvl6pPr>
              <a:defRPr sz="3600" b="1">
                <a:solidFill>
                  <a:srgbClr val="0B233F"/>
                </a:solidFill>
                <a:latin typeface="Arial"/>
                <a:ea typeface="Arial"/>
                <a:cs typeface="Arial"/>
              </a:defRPr>
            </a:lvl6pPr>
            <a:lvl7pPr>
              <a:defRPr sz="3600" b="1">
                <a:solidFill>
                  <a:srgbClr val="0B233F"/>
                </a:solidFill>
                <a:latin typeface="Arial"/>
                <a:ea typeface="Arial"/>
                <a:cs typeface="Arial"/>
              </a:defRPr>
            </a:lvl7pPr>
            <a:lvl8pPr>
              <a:defRPr sz="3600" b="1">
                <a:solidFill>
                  <a:srgbClr val="0B233F"/>
                </a:solidFill>
                <a:latin typeface="Arial"/>
                <a:ea typeface="Arial"/>
                <a:cs typeface="Arial"/>
              </a:defRPr>
            </a:lvl8pPr>
            <a:lvl9pPr>
              <a:defRPr sz="3600" b="1">
                <a:solidFill>
                  <a:srgbClr val="0B233F"/>
                </a:solidFill>
                <a:latin typeface="Arial"/>
                <a:ea typeface="Arial"/>
                <a:cs typeface="Arial"/>
              </a:defRPr>
            </a:lvl9pPr>
          </a:lstStyle>
          <a:p xmlns:a="http://schemas.openxmlformats.org/drawingml/2006/main">
            <a:pPr>
              <a:defRPr sz="3600" b="1">
                <a:solidFill>
                  <a:srgbClr val="0B233F"/>
                </a:solidFill>
                <a:latin typeface="Arial"/>
                <a:ea typeface="Arial"/>
                <a:cs typeface="Arial"/>
              </a:defRPr>
            </a:pPr>
            <a:r>
              <a:rPr sz="3600" b="1">
                <a:solidFill>
                  <a:srgbClr val="0B233F"/>
                </a:solidFill>
                <a:latin typeface="Arial"/>
                <a:ea typeface="Arial"/>
                <a:cs typeface="Arial"/>
              </a:rPr>
              <a:t>Configuración del entorno</a:t>
            </a:r>
          </a:p>
        </p:txBody>
      </p:sp>
      <p:sp>
        <p:nvSpPr>
          <p:cNvPr id="2" name="Stock-Quest">
            <a:extLst xmlns:a="http://schemas.openxmlformats.org/drawingml/2006/main">
              <a:ext uri="{FF2B5EF4-FFF2-40B4-BE49-F238E27FC236}">
                <a16:creationId xmlns:a16="http://schemas.microsoft.com/office/drawing/2014/main" id="{7312C17B-AF05-48F8-A908-377B7BDD1913}"/>
              </a:ext>
            </a:extLst>
          </p:cNvPr>
          <p:cNvSpPr>
            <a:spLocks xmlns:a="http://schemas.openxmlformats.org/drawingml/2006/main" noGrp="1"/>
          </p:cNvSpPr>
          <p:nvPr/>
        </p:nvSpPr>
        <p:spPr>
          <a:xfrm xmlns:a="http://schemas.openxmlformats.org/drawingml/2006/main">
            <a:off x="685800" y="6448425"/>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Stock-Quest</a:t>
            </a:r>
          </a:p>
        </p:txBody>
      </p:sp>
      <p:sp>
        <p:nvSpPr>
          <p:cNvPr id="3" name="05">
            <a:extLst xmlns:a="http://schemas.openxmlformats.org/drawingml/2006/main">
              <a:ext uri="{FF2B5EF4-FFF2-40B4-BE49-F238E27FC236}">
                <a16:creationId xmlns:a16="http://schemas.microsoft.com/office/drawing/2014/main" id="{5567F91D-430D-4997-BE5C-773F92E47B8E}"/>
              </a:ext>
            </a:extLst>
          </p:cNvPr>
          <p:cNvSpPr>
            <a:spLocks xmlns:a="http://schemas.openxmlformats.org/drawingml/2006/main" noGrp="1"/>
          </p:cNvSpPr>
          <p:nvPr/>
        </p:nvSpPr>
        <p:spPr>
          <a:xfrm xmlns:a="http://schemas.openxmlformats.org/drawingml/2006/main">
            <a:off x="11144250" y="64484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05</a:t>
            </a:r>
          </a:p>
        </p:txBody>
      </p:sp>
      <p:sp>
        <p:nvSpPr>
          <p:cNvPr id="4" name="Variables propuestas para el servicio backend">
            <a:extLst xmlns:a="http://schemas.openxmlformats.org/drawingml/2006/main">
              <a:ext uri="{FF2B5EF4-FFF2-40B4-BE49-F238E27FC236}">
                <a16:creationId xmlns:a16="http://schemas.microsoft.com/office/drawing/2014/main" id="{02E065C6-3AED-439B-A271-1534DD2D4E13}"/>
              </a:ext>
            </a:extLst>
          </p:cNvPr>
          <p:cNvSpPr>
            <a:spLocks xmlns:a="http://schemas.openxmlformats.org/drawingml/2006/main" noGrp="1"/>
          </p:cNvSpPr>
          <p:nvPr/>
        </p:nvSpPr>
        <p:spPr>
          <a:xfrm xmlns:a="http://schemas.openxmlformats.org/drawingml/2006/main">
            <a:off x="685800" y="16478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B233F"/>
                </a:solidFill>
                <a:latin typeface="Arial"/>
                <a:ea typeface="Arial"/>
                <a:cs typeface="Arial"/>
              </a:defRPr>
            </a:defPPr>
            <a:lvl1pPr>
              <a:defRPr sz="2250" b="1">
                <a:solidFill>
                  <a:srgbClr val="0B233F"/>
                </a:solidFill>
                <a:latin typeface="Arial"/>
                <a:ea typeface="Arial"/>
                <a:cs typeface="Arial"/>
              </a:defRPr>
            </a:lvl1pPr>
            <a:lvl2pPr>
              <a:defRPr sz="2250" b="1">
                <a:solidFill>
                  <a:srgbClr val="0B233F"/>
                </a:solidFill>
                <a:latin typeface="Arial"/>
                <a:ea typeface="Arial"/>
                <a:cs typeface="Arial"/>
              </a:defRPr>
            </a:lvl2pPr>
            <a:lvl3pPr>
              <a:defRPr sz="2250" b="1">
                <a:solidFill>
                  <a:srgbClr val="0B233F"/>
                </a:solidFill>
                <a:latin typeface="Arial"/>
                <a:ea typeface="Arial"/>
                <a:cs typeface="Arial"/>
              </a:defRPr>
            </a:lvl3pPr>
            <a:lvl4pPr>
              <a:defRPr sz="2250" b="1">
                <a:solidFill>
                  <a:srgbClr val="0B233F"/>
                </a:solidFill>
                <a:latin typeface="Arial"/>
                <a:ea typeface="Arial"/>
                <a:cs typeface="Arial"/>
              </a:defRPr>
            </a:lvl4pPr>
            <a:lvl5pPr>
              <a:defRPr sz="2250" b="1">
                <a:solidFill>
                  <a:srgbClr val="0B233F"/>
                </a:solidFill>
                <a:latin typeface="Arial"/>
                <a:ea typeface="Arial"/>
                <a:cs typeface="Arial"/>
              </a:defRPr>
            </a:lvl5pPr>
            <a:lvl6pPr>
              <a:defRPr sz="2250" b="1">
                <a:solidFill>
                  <a:srgbClr val="0B233F"/>
                </a:solidFill>
                <a:latin typeface="Arial"/>
                <a:ea typeface="Arial"/>
                <a:cs typeface="Arial"/>
              </a:defRPr>
            </a:lvl6pPr>
            <a:lvl7pPr>
              <a:defRPr sz="2250" b="1">
                <a:solidFill>
                  <a:srgbClr val="0B233F"/>
                </a:solidFill>
                <a:latin typeface="Arial"/>
                <a:ea typeface="Arial"/>
                <a:cs typeface="Arial"/>
              </a:defRPr>
            </a:lvl7pPr>
            <a:lvl8pPr>
              <a:defRPr sz="2250" b="1">
                <a:solidFill>
                  <a:srgbClr val="0B233F"/>
                </a:solidFill>
                <a:latin typeface="Arial"/>
                <a:ea typeface="Arial"/>
                <a:cs typeface="Arial"/>
              </a:defRPr>
            </a:lvl8pPr>
            <a:lvl9pPr>
              <a:defRPr sz="2250" b="1">
                <a:solidFill>
                  <a:srgbClr val="0B233F"/>
                </a:solidFill>
                <a:latin typeface="Arial"/>
                <a:ea typeface="Arial"/>
                <a:cs typeface="Arial"/>
              </a:defRPr>
            </a:lvl9pPr>
          </a:lstStyle>
          <a:p xmlns:a="http://schemas.openxmlformats.org/drawingml/2006/main">
            <a:pPr>
              <a:defRPr sz="2250" b="1">
                <a:solidFill>
                  <a:srgbClr val="0B233F"/>
                </a:solidFill>
                <a:latin typeface="Arial"/>
                <a:ea typeface="Arial"/>
                <a:cs typeface="Arial"/>
              </a:defRPr>
            </a:pPr>
            <a:r>
              <a:rPr sz="2250" b="1">
                <a:solidFill>
                  <a:srgbClr val="0B233F"/>
                </a:solidFill>
                <a:latin typeface="Arial"/>
                <a:ea typeface="Arial"/>
                <a:cs typeface="Arial"/>
              </a:rPr>
              <a:t>Variables propuestas para el servicio backend</a:t>
            </a:r>
          </a:p>
        </p:txBody>
      </p:sp>
      <p:sp>
        <p:nvSpPr>
          <p:cNvPr id="5" name="NEW_RELIC_APP_NAME=StockQuest-API">
            <a:extLst xmlns:a="http://schemas.openxmlformats.org/drawingml/2006/main">
              <a:ext uri="{FF2B5EF4-FFF2-40B4-BE49-F238E27FC236}">
                <a16:creationId xmlns:a16="http://schemas.microsoft.com/office/drawing/2014/main" id="{69E30925-EC83-411B-BFA0-7BD77C2B4B34}"/>
              </a:ext>
            </a:extLst>
          </p:cNvPr>
          <p:cNvSpPr>
            <a:spLocks xmlns:a="http://schemas.openxmlformats.org/drawingml/2006/main" noGrp="1"/>
          </p:cNvSpPr>
          <p:nvPr/>
        </p:nvSpPr>
        <p:spPr>
          <a:xfrm xmlns:a="http://schemas.openxmlformats.org/drawingml/2006/main">
            <a:off x="685800" y="22860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087E74"/>
                </a:solidFill>
                <a:latin typeface="Consolas"/>
                <a:ea typeface="Consolas"/>
                <a:cs typeface="Consolas"/>
              </a:defRPr>
            </a:defPPr>
            <a:lvl1pPr>
              <a:defRPr sz="2025" b="0">
                <a:solidFill>
                  <a:srgbClr val="087E74"/>
                </a:solidFill>
                <a:latin typeface="Consolas"/>
                <a:ea typeface="Consolas"/>
                <a:cs typeface="Consolas"/>
              </a:defRPr>
            </a:lvl1pPr>
            <a:lvl2pPr>
              <a:defRPr sz="2025" b="0">
                <a:solidFill>
                  <a:srgbClr val="087E74"/>
                </a:solidFill>
                <a:latin typeface="Consolas"/>
                <a:ea typeface="Consolas"/>
                <a:cs typeface="Consolas"/>
              </a:defRPr>
            </a:lvl2pPr>
            <a:lvl3pPr>
              <a:defRPr sz="2025" b="0">
                <a:solidFill>
                  <a:srgbClr val="087E74"/>
                </a:solidFill>
                <a:latin typeface="Consolas"/>
                <a:ea typeface="Consolas"/>
                <a:cs typeface="Consolas"/>
              </a:defRPr>
            </a:lvl3pPr>
            <a:lvl4pPr>
              <a:defRPr sz="2025" b="0">
                <a:solidFill>
                  <a:srgbClr val="087E74"/>
                </a:solidFill>
                <a:latin typeface="Consolas"/>
                <a:ea typeface="Consolas"/>
                <a:cs typeface="Consolas"/>
              </a:defRPr>
            </a:lvl4pPr>
            <a:lvl5pPr>
              <a:defRPr sz="2025" b="0">
                <a:solidFill>
                  <a:srgbClr val="087E74"/>
                </a:solidFill>
                <a:latin typeface="Consolas"/>
                <a:ea typeface="Consolas"/>
                <a:cs typeface="Consolas"/>
              </a:defRPr>
            </a:lvl5pPr>
            <a:lvl6pPr>
              <a:defRPr sz="2025" b="0">
                <a:solidFill>
                  <a:srgbClr val="087E74"/>
                </a:solidFill>
                <a:latin typeface="Consolas"/>
                <a:ea typeface="Consolas"/>
                <a:cs typeface="Consolas"/>
              </a:defRPr>
            </a:lvl6pPr>
            <a:lvl7pPr>
              <a:defRPr sz="2025" b="0">
                <a:solidFill>
                  <a:srgbClr val="087E74"/>
                </a:solidFill>
                <a:latin typeface="Consolas"/>
                <a:ea typeface="Consolas"/>
                <a:cs typeface="Consolas"/>
              </a:defRPr>
            </a:lvl7pPr>
            <a:lvl8pPr>
              <a:defRPr sz="2025" b="0">
                <a:solidFill>
                  <a:srgbClr val="087E74"/>
                </a:solidFill>
                <a:latin typeface="Consolas"/>
                <a:ea typeface="Consolas"/>
                <a:cs typeface="Consolas"/>
              </a:defRPr>
            </a:lvl8pPr>
            <a:lvl9pPr>
              <a:defRPr sz="2025" b="0">
                <a:solidFill>
                  <a:srgbClr val="087E74"/>
                </a:solidFill>
                <a:latin typeface="Consolas"/>
                <a:ea typeface="Consolas"/>
                <a:cs typeface="Consolas"/>
              </a:defRPr>
            </a:lvl9pPr>
          </a:lstStyle>
          <a:p xmlns:a="http://schemas.openxmlformats.org/drawingml/2006/main">
            <a:pPr>
              <a:defRPr sz="2025" b="0">
                <a:solidFill>
                  <a:srgbClr val="087E74"/>
                </a:solidFill>
                <a:latin typeface="Consolas"/>
                <a:ea typeface="Consolas"/>
                <a:cs typeface="Consolas"/>
              </a:defRPr>
            </a:pPr>
            <a:r>
              <a:rPr sz="2025" b="0">
                <a:solidFill>
                  <a:srgbClr val="087E74"/>
                </a:solidFill>
                <a:latin typeface="Consolas"/>
                <a:ea typeface="Consolas"/>
                <a:cs typeface="Consolas"/>
              </a:rPr>
              <a:t>NEW_RELIC_APP_NAME=StockQuest-API</a:t>
            </a:r>
          </a:p>
        </p:txBody>
      </p:sp>
      <p:sp>
        <p:nvSpPr>
          <p:cNvPr id="6" name="NEW_RELIC_LICENSE_KEY=&lt;secreto del servidor&gt;">
            <a:extLst xmlns:a="http://schemas.openxmlformats.org/drawingml/2006/main">
              <a:ext uri="{FF2B5EF4-FFF2-40B4-BE49-F238E27FC236}">
                <a16:creationId xmlns:a16="http://schemas.microsoft.com/office/drawing/2014/main" id="{3529DAE0-2EC1-4F3D-815E-E86AEF67F802}"/>
              </a:ext>
            </a:extLst>
          </p:cNvPr>
          <p:cNvSpPr>
            <a:spLocks xmlns:a="http://schemas.openxmlformats.org/drawingml/2006/main" noGrp="1"/>
          </p:cNvSpPr>
          <p:nvPr/>
        </p:nvSpPr>
        <p:spPr>
          <a:xfrm xmlns:a="http://schemas.openxmlformats.org/drawingml/2006/main">
            <a:off x="685800" y="27527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E9850C"/>
                </a:solidFill>
                <a:latin typeface="Consolas"/>
                <a:ea typeface="Consolas"/>
                <a:cs typeface="Consolas"/>
              </a:defRPr>
            </a:defPPr>
            <a:lvl1pPr>
              <a:defRPr sz="2025" b="0">
                <a:solidFill>
                  <a:srgbClr val="E9850C"/>
                </a:solidFill>
                <a:latin typeface="Consolas"/>
                <a:ea typeface="Consolas"/>
                <a:cs typeface="Consolas"/>
              </a:defRPr>
            </a:lvl1pPr>
            <a:lvl2pPr>
              <a:defRPr sz="2025" b="0">
                <a:solidFill>
                  <a:srgbClr val="E9850C"/>
                </a:solidFill>
                <a:latin typeface="Consolas"/>
                <a:ea typeface="Consolas"/>
                <a:cs typeface="Consolas"/>
              </a:defRPr>
            </a:lvl2pPr>
            <a:lvl3pPr>
              <a:defRPr sz="2025" b="0">
                <a:solidFill>
                  <a:srgbClr val="E9850C"/>
                </a:solidFill>
                <a:latin typeface="Consolas"/>
                <a:ea typeface="Consolas"/>
                <a:cs typeface="Consolas"/>
              </a:defRPr>
            </a:lvl3pPr>
            <a:lvl4pPr>
              <a:defRPr sz="2025" b="0">
                <a:solidFill>
                  <a:srgbClr val="E9850C"/>
                </a:solidFill>
                <a:latin typeface="Consolas"/>
                <a:ea typeface="Consolas"/>
                <a:cs typeface="Consolas"/>
              </a:defRPr>
            </a:lvl4pPr>
            <a:lvl5pPr>
              <a:defRPr sz="2025" b="0">
                <a:solidFill>
                  <a:srgbClr val="E9850C"/>
                </a:solidFill>
                <a:latin typeface="Consolas"/>
                <a:ea typeface="Consolas"/>
                <a:cs typeface="Consolas"/>
              </a:defRPr>
            </a:lvl5pPr>
            <a:lvl6pPr>
              <a:defRPr sz="2025" b="0">
                <a:solidFill>
                  <a:srgbClr val="E9850C"/>
                </a:solidFill>
                <a:latin typeface="Consolas"/>
                <a:ea typeface="Consolas"/>
                <a:cs typeface="Consolas"/>
              </a:defRPr>
            </a:lvl6pPr>
            <a:lvl7pPr>
              <a:defRPr sz="2025" b="0">
                <a:solidFill>
                  <a:srgbClr val="E9850C"/>
                </a:solidFill>
                <a:latin typeface="Consolas"/>
                <a:ea typeface="Consolas"/>
                <a:cs typeface="Consolas"/>
              </a:defRPr>
            </a:lvl7pPr>
            <a:lvl8pPr>
              <a:defRPr sz="2025" b="0">
                <a:solidFill>
                  <a:srgbClr val="E9850C"/>
                </a:solidFill>
                <a:latin typeface="Consolas"/>
                <a:ea typeface="Consolas"/>
                <a:cs typeface="Consolas"/>
              </a:defRPr>
            </a:lvl8pPr>
            <a:lvl9pPr>
              <a:defRPr sz="2025" b="0">
                <a:solidFill>
                  <a:srgbClr val="E9850C"/>
                </a:solidFill>
                <a:latin typeface="Consolas"/>
                <a:ea typeface="Consolas"/>
                <a:cs typeface="Consolas"/>
              </a:defRPr>
            </a:lvl9pPr>
          </a:lstStyle>
          <a:p xmlns:a="http://schemas.openxmlformats.org/drawingml/2006/main">
            <a:pPr>
              <a:defRPr sz="2025" b="0">
                <a:solidFill>
                  <a:srgbClr val="E9850C"/>
                </a:solidFill>
                <a:latin typeface="Consolas"/>
                <a:ea typeface="Consolas"/>
                <a:cs typeface="Consolas"/>
              </a:defRPr>
            </a:pPr>
            <a:r>
              <a:rPr sz="2025" b="0">
                <a:solidFill>
                  <a:srgbClr val="E9850C"/>
                </a:solidFill>
                <a:latin typeface="Consolas"/>
                <a:ea typeface="Consolas"/>
                <a:cs typeface="Consolas"/>
              </a:rPr>
              <a:t>NEW_RELIC_LICENSE_KEY=&lt;secreto del servidor&gt;</a:t>
            </a:r>
          </a:p>
        </p:txBody>
      </p:sp>
      <p:sp>
        <p:nvSpPr>
          <p:cNvPr id="7" name="NEW_RELIC_NO_CONFIG_FILE=true">
            <a:extLst xmlns:a="http://schemas.openxmlformats.org/drawingml/2006/main">
              <a:ext uri="{FF2B5EF4-FFF2-40B4-BE49-F238E27FC236}">
                <a16:creationId xmlns:a16="http://schemas.microsoft.com/office/drawing/2014/main" id="{3E95AEA4-22E1-486B-94A2-DA9AAD2A32B9}"/>
              </a:ext>
            </a:extLst>
          </p:cNvPr>
          <p:cNvSpPr>
            <a:spLocks xmlns:a="http://schemas.openxmlformats.org/drawingml/2006/main" noGrp="1"/>
          </p:cNvSpPr>
          <p:nvPr/>
        </p:nvSpPr>
        <p:spPr>
          <a:xfrm xmlns:a="http://schemas.openxmlformats.org/drawingml/2006/main">
            <a:off x="685800" y="32194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087E74"/>
                </a:solidFill>
                <a:latin typeface="Consolas"/>
                <a:ea typeface="Consolas"/>
                <a:cs typeface="Consolas"/>
              </a:defRPr>
            </a:defPPr>
            <a:lvl1pPr>
              <a:defRPr sz="2025" b="0">
                <a:solidFill>
                  <a:srgbClr val="087E74"/>
                </a:solidFill>
                <a:latin typeface="Consolas"/>
                <a:ea typeface="Consolas"/>
                <a:cs typeface="Consolas"/>
              </a:defRPr>
            </a:lvl1pPr>
            <a:lvl2pPr>
              <a:defRPr sz="2025" b="0">
                <a:solidFill>
                  <a:srgbClr val="087E74"/>
                </a:solidFill>
                <a:latin typeface="Consolas"/>
                <a:ea typeface="Consolas"/>
                <a:cs typeface="Consolas"/>
              </a:defRPr>
            </a:lvl2pPr>
            <a:lvl3pPr>
              <a:defRPr sz="2025" b="0">
                <a:solidFill>
                  <a:srgbClr val="087E74"/>
                </a:solidFill>
                <a:latin typeface="Consolas"/>
                <a:ea typeface="Consolas"/>
                <a:cs typeface="Consolas"/>
              </a:defRPr>
            </a:lvl3pPr>
            <a:lvl4pPr>
              <a:defRPr sz="2025" b="0">
                <a:solidFill>
                  <a:srgbClr val="087E74"/>
                </a:solidFill>
                <a:latin typeface="Consolas"/>
                <a:ea typeface="Consolas"/>
                <a:cs typeface="Consolas"/>
              </a:defRPr>
            </a:lvl4pPr>
            <a:lvl5pPr>
              <a:defRPr sz="2025" b="0">
                <a:solidFill>
                  <a:srgbClr val="087E74"/>
                </a:solidFill>
                <a:latin typeface="Consolas"/>
                <a:ea typeface="Consolas"/>
                <a:cs typeface="Consolas"/>
              </a:defRPr>
            </a:lvl5pPr>
            <a:lvl6pPr>
              <a:defRPr sz="2025" b="0">
                <a:solidFill>
                  <a:srgbClr val="087E74"/>
                </a:solidFill>
                <a:latin typeface="Consolas"/>
                <a:ea typeface="Consolas"/>
                <a:cs typeface="Consolas"/>
              </a:defRPr>
            </a:lvl6pPr>
            <a:lvl7pPr>
              <a:defRPr sz="2025" b="0">
                <a:solidFill>
                  <a:srgbClr val="087E74"/>
                </a:solidFill>
                <a:latin typeface="Consolas"/>
                <a:ea typeface="Consolas"/>
                <a:cs typeface="Consolas"/>
              </a:defRPr>
            </a:lvl7pPr>
            <a:lvl8pPr>
              <a:defRPr sz="2025" b="0">
                <a:solidFill>
                  <a:srgbClr val="087E74"/>
                </a:solidFill>
                <a:latin typeface="Consolas"/>
                <a:ea typeface="Consolas"/>
                <a:cs typeface="Consolas"/>
              </a:defRPr>
            </a:lvl8pPr>
            <a:lvl9pPr>
              <a:defRPr sz="2025" b="0">
                <a:solidFill>
                  <a:srgbClr val="087E74"/>
                </a:solidFill>
                <a:latin typeface="Consolas"/>
                <a:ea typeface="Consolas"/>
                <a:cs typeface="Consolas"/>
              </a:defRPr>
            </a:lvl9pPr>
          </a:lstStyle>
          <a:p xmlns:a="http://schemas.openxmlformats.org/drawingml/2006/main">
            <a:pPr>
              <a:defRPr sz="2025" b="0">
                <a:solidFill>
                  <a:srgbClr val="087E74"/>
                </a:solidFill>
                <a:latin typeface="Consolas"/>
                <a:ea typeface="Consolas"/>
                <a:cs typeface="Consolas"/>
              </a:defRPr>
            </a:pPr>
            <a:r>
              <a:rPr sz="2025" b="0">
                <a:solidFill>
                  <a:srgbClr val="087E74"/>
                </a:solidFill>
                <a:latin typeface="Consolas"/>
                <a:ea typeface="Consolas"/>
                <a:cs typeface="Consolas"/>
              </a:rPr>
              <a:t>NEW_RELIC_NO_CONFIG_FILE=true</a:t>
            </a:r>
          </a:p>
        </p:txBody>
      </p:sp>
      <p:sp>
        <p:nvSpPr>
          <p:cNvPr id="8" name="NEW_RELIC_LOG=stdout">
            <a:extLst xmlns:a="http://schemas.openxmlformats.org/drawingml/2006/main">
              <a:ext uri="{FF2B5EF4-FFF2-40B4-BE49-F238E27FC236}">
                <a16:creationId xmlns:a16="http://schemas.microsoft.com/office/drawing/2014/main" id="{9415DE2B-E295-4025-A80D-39EEDF9E9AA2}"/>
              </a:ext>
            </a:extLst>
          </p:cNvPr>
          <p:cNvSpPr>
            <a:spLocks xmlns:a="http://schemas.openxmlformats.org/drawingml/2006/main" noGrp="1"/>
          </p:cNvSpPr>
          <p:nvPr/>
        </p:nvSpPr>
        <p:spPr>
          <a:xfrm xmlns:a="http://schemas.openxmlformats.org/drawingml/2006/main">
            <a:off x="685800" y="36861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087E74"/>
                </a:solidFill>
                <a:latin typeface="Consolas"/>
                <a:ea typeface="Consolas"/>
                <a:cs typeface="Consolas"/>
              </a:defRPr>
            </a:defPPr>
            <a:lvl1pPr>
              <a:defRPr sz="2025" b="0">
                <a:solidFill>
                  <a:srgbClr val="087E74"/>
                </a:solidFill>
                <a:latin typeface="Consolas"/>
                <a:ea typeface="Consolas"/>
                <a:cs typeface="Consolas"/>
              </a:defRPr>
            </a:lvl1pPr>
            <a:lvl2pPr>
              <a:defRPr sz="2025" b="0">
                <a:solidFill>
                  <a:srgbClr val="087E74"/>
                </a:solidFill>
                <a:latin typeface="Consolas"/>
                <a:ea typeface="Consolas"/>
                <a:cs typeface="Consolas"/>
              </a:defRPr>
            </a:lvl2pPr>
            <a:lvl3pPr>
              <a:defRPr sz="2025" b="0">
                <a:solidFill>
                  <a:srgbClr val="087E74"/>
                </a:solidFill>
                <a:latin typeface="Consolas"/>
                <a:ea typeface="Consolas"/>
                <a:cs typeface="Consolas"/>
              </a:defRPr>
            </a:lvl3pPr>
            <a:lvl4pPr>
              <a:defRPr sz="2025" b="0">
                <a:solidFill>
                  <a:srgbClr val="087E74"/>
                </a:solidFill>
                <a:latin typeface="Consolas"/>
                <a:ea typeface="Consolas"/>
                <a:cs typeface="Consolas"/>
              </a:defRPr>
            </a:lvl4pPr>
            <a:lvl5pPr>
              <a:defRPr sz="2025" b="0">
                <a:solidFill>
                  <a:srgbClr val="087E74"/>
                </a:solidFill>
                <a:latin typeface="Consolas"/>
                <a:ea typeface="Consolas"/>
                <a:cs typeface="Consolas"/>
              </a:defRPr>
            </a:lvl5pPr>
            <a:lvl6pPr>
              <a:defRPr sz="2025" b="0">
                <a:solidFill>
                  <a:srgbClr val="087E74"/>
                </a:solidFill>
                <a:latin typeface="Consolas"/>
                <a:ea typeface="Consolas"/>
                <a:cs typeface="Consolas"/>
              </a:defRPr>
            </a:lvl6pPr>
            <a:lvl7pPr>
              <a:defRPr sz="2025" b="0">
                <a:solidFill>
                  <a:srgbClr val="087E74"/>
                </a:solidFill>
                <a:latin typeface="Consolas"/>
                <a:ea typeface="Consolas"/>
                <a:cs typeface="Consolas"/>
              </a:defRPr>
            </a:lvl7pPr>
            <a:lvl8pPr>
              <a:defRPr sz="2025" b="0">
                <a:solidFill>
                  <a:srgbClr val="087E74"/>
                </a:solidFill>
                <a:latin typeface="Consolas"/>
                <a:ea typeface="Consolas"/>
                <a:cs typeface="Consolas"/>
              </a:defRPr>
            </a:lvl8pPr>
            <a:lvl9pPr>
              <a:defRPr sz="2025" b="0">
                <a:solidFill>
                  <a:srgbClr val="087E74"/>
                </a:solidFill>
                <a:latin typeface="Consolas"/>
                <a:ea typeface="Consolas"/>
                <a:cs typeface="Consolas"/>
              </a:defRPr>
            </a:lvl9pPr>
          </a:lstStyle>
          <a:p xmlns:a="http://schemas.openxmlformats.org/drawingml/2006/main">
            <a:pPr>
              <a:defRPr sz="2025" b="0">
                <a:solidFill>
                  <a:srgbClr val="087E74"/>
                </a:solidFill>
                <a:latin typeface="Consolas"/>
                <a:ea typeface="Consolas"/>
                <a:cs typeface="Consolas"/>
              </a:defRPr>
            </a:pPr>
            <a:r>
              <a:rPr sz="2025" b="0">
                <a:solidFill>
                  <a:srgbClr val="087E74"/>
                </a:solidFill>
                <a:latin typeface="Consolas"/>
                <a:ea typeface="Consolas"/>
                <a:cs typeface="Consolas"/>
              </a:rPr>
              <a:t>NEW_RELIC_LOG=stdout</a:t>
            </a:r>
          </a:p>
        </p:txBody>
      </p:sp>
      <p:sp>
        <p:nvSpPr>
          <p:cNvPr id="9" name="NEW_RELIC_APPLICATION_LOGGING_FORWARDING_ENABLED=false">
            <a:extLst xmlns:a="http://schemas.openxmlformats.org/drawingml/2006/main">
              <a:ext uri="{FF2B5EF4-FFF2-40B4-BE49-F238E27FC236}">
                <a16:creationId xmlns:a16="http://schemas.microsoft.com/office/drawing/2014/main" id="{080DC3C2-33CC-42C0-8B0F-575EE2DFAF98}"/>
              </a:ext>
            </a:extLst>
          </p:cNvPr>
          <p:cNvSpPr>
            <a:spLocks xmlns:a="http://schemas.openxmlformats.org/drawingml/2006/main" noGrp="1"/>
          </p:cNvSpPr>
          <p:nvPr/>
        </p:nvSpPr>
        <p:spPr>
          <a:xfrm xmlns:a="http://schemas.openxmlformats.org/drawingml/2006/main">
            <a:off x="685800" y="41529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087E74"/>
                </a:solidFill>
                <a:latin typeface="Consolas"/>
                <a:ea typeface="Consolas"/>
                <a:cs typeface="Consolas"/>
              </a:defRPr>
            </a:defPPr>
            <a:lvl1pPr>
              <a:defRPr sz="2025" b="0">
                <a:solidFill>
                  <a:srgbClr val="087E74"/>
                </a:solidFill>
                <a:latin typeface="Consolas"/>
                <a:ea typeface="Consolas"/>
                <a:cs typeface="Consolas"/>
              </a:defRPr>
            </a:lvl1pPr>
            <a:lvl2pPr>
              <a:defRPr sz="2025" b="0">
                <a:solidFill>
                  <a:srgbClr val="087E74"/>
                </a:solidFill>
                <a:latin typeface="Consolas"/>
                <a:ea typeface="Consolas"/>
                <a:cs typeface="Consolas"/>
              </a:defRPr>
            </a:lvl2pPr>
            <a:lvl3pPr>
              <a:defRPr sz="2025" b="0">
                <a:solidFill>
                  <a:srgbClr val="087E74"/>
                </a:solidFill>
                <a:latin typeface="Consolas"/>
                <a:ea typeface="Consolas"/>
                <a:cs typeface="Consolas"/>
              </a:defRPr>
            </a:lvl3pPr>
            <a:lvl4pPr>
              <a:defRPr sz="2025" b="0">
                <a:solidFill>
                  <a:srgbClr val="087E74"/>
                </a:solidFill>
                <a:latin typeface="Consolas"/>
                <a:ea typeface="Consolas"/>
                <a:cs typeface="Consolas"/>
              </a:defRPr>
            </a:lvl4pPr>
            <a:lvl5pPr>
              <a:defRPr sz="2025" b="0">
                <a:solidFill>
                  <a:srgbClr val="087E74"/>
                </a:solidFill>
                <a:latin typeface="Consolas"/>
                <a:ea typeface="Consolas"/>
                <a:cs typeface="Consolas"/>
              </a:defRPr>
            </a:lvl5pPr>
            <a:lvl6pPr>
              <a:defRPr sz="2025" b="0">
                <a:solidFill>
                  <a:srgbClr val="087E74"/>
                </a:solidFill>
                <a:latin typeface="Consolas"/>
                <a:ea typeface="Consolas"/>
                <a:cs typeface="Consolas"/>
              </a:defRPr>
            </a:lvl6pPr>
            <a:lvl7pPr>
              <a:defRPr sz="2025" b="0">
                <a:solidFill>
                  <a:srgbClr val="087E74"/>
                </a:solidFill>
                <a:latin typeface="Consolas"/>
                <a:ea typeface="Consolas"/>
                <a:cs typeface="Consolas"/>
              </a:defRPr>
            </a:lvl7pPr>
            <a:lvl8pPr>
              <a:defRPr sz="2025" b="0">
                <a:solidFill>
                  <a:srgbClr val="087E74"/>
                </a:solidFill>
                <a:latin typeface="Consolas"/>
                <a:ea typeface="Consolas"/>
                <a:cs typeface="Consolas"/>
              </a:defRPr>
            </a:lvl8pPr>
            <a:lvl9pPr>
              <a:defRPr sz="2025" b="0">
                <a:solidFill>
                  <a:srgbClr val="087E74"/>
                </a:solidFill>
                <a:latin typeface="Consolas"/>
                <a:ea typeface="Consolas"/>
                <a:cs typeface="Consolas"/>
              </a:defRPr>
            </a:lvl9pPr>
          </a:lstStyle>
          <a:p xmlns:a="http://schemas.openxmlformats.org/drawingml/2006/main">
            <a:pPr>
              <a:defRPr sz="2025" b="0">
                <a:solidFill>
                  <a:srgbClr val="087E74"/>
                </a:solidFill>
                <a:latin typeface="Consolas"/>
                <a:ea typeface="Consolas"/>
                <a:cs typeface="Consolas"/>
              </a:defRPr>
            </a:pPr>
            <a:r>
              <a:rPr sz="2025" b="0">
                <a:solidFill>
                  <a:srgbClr val="087E74"/>
                </a:solidFill>
                <a:latin typeface="Consolas"/>
                <a:ea typeface="Consolas"/>
                <a:cs typeface="Consolas"/>
              </a:rPr>
              <a:t>NEW_RELIC_APPLICATION_LOGGING_FORWARDING_ENABLED=false</a:t>
            </a:r>
          </a:p>
        </p:txBody>
      </p:sp>
      <p:sp>
        <p:nvSpPr>
          <p:cNvPr id="10" name="La clave APM se guarda en el proveedor del backend.&#10;Se desactiva ">
            <a:extLst xmlns:a="http://schemas.openxmlformats.org/drawingml/2006/main">
              <a:ext uri="{FF2B5EF4-FFF2-40B4-BE49-F238E27FC236}">
                <a16:creationId xmlns:a16="http://schemas.microsoft.com/office/drawing/2014/main" id="{EFED8CC2-3173-4101-A044-58B862DF4C84}"/>
              </a:ext>
            </a:extLst>
          </p:cNvPr>
          <p:cNvSpPr>
            <a:spLocks xmlns:a="http://schemas.openxmlformats.org/drawingml/2006/main" noGrp="1"/>
          </p:cNvSpPr>
          <p:nvPr/>
        </p:nvSpPr>
        <p:spPr>
          <a:xfrm xmlns:a="http://schemas.openxmlformats.org/drawingml/2006/main">
            <a:off x="685800" y="50101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575"/>
                </a:solidFill>
                <a:latin typeface="Arial"/>
                <a:ea typeface="Arial"/>
                <a:cs typeface="Arial"/>
              </a:defRPr>
            </a:defPPr>
            <a:lvl1pPr>
              <a:defRPr sz="2100" b="0">
                <a:solidFill>
                  <a:srgbClr val="526575"/>
                </a:solidFill>
                <a:latin typeface="Arial"/>
                <a:ea typeface="Arial"/>
                <a:cs typeface="Arial"/>
              </a:defRPr>
            </a:lvl1pPr>
            <a:lvl2pPr>
              <a:defRPr sz="2100" b="0">
                <a:solidFill>
                  <a:srgbClr val="526575"/>
                </a:solidFill>
                <a:latin typeface="Arial"/>
                <a:ea typeface="Arial"/>
                <a:cs typeface="Arial"/>
              </a:defRPr>
            </a:lvl2pPr>
            <a:lvl3pPr>
              <a:defRPr sz="2100" b="0">
                <a:solidFill>
                  <a:srgbClr val="526575"/>
                </a:solidFill>
                <a:latin typeface="Arial"/>
                <a:ea typeface="Arial"/>
                <a:cs typeface="Arial"/>
              </a:defRPr>
            </a:lvl3pPr>
            <a:lvl4pPr>
              <a:defRPr sz="2100" b="0">
                <a:solidFill>
                  <a:srgbClr val="526575"/>
                </a:solidFill>
                <a:latin typeface="Arial"/>
                <a:ea typeface="Arial"/>
                <a:cs typeface="Arial"/>
              </a:defRPr>
            </a:lvl4pPr>
            <a:lvl5pPr>
              <a:defRPr sz="2100" b="0">
                <a:solidFill>
                  <a:srgbClr val="526575"/>
                </a:solidFill>
                <a:latin typeface="Arial"/>
                <a:ea typeface="Arial"/>
                <a:cs typeface="Arial"/>
              </a:defRPr>
            </a:lvl5pPr>
            <a:lvl6pPr>
              <a:defRPr sz="2100" b="0">
                <a:solidFill>
                  <a:srgbClr val="526575"/>
                </a:solidFill>
                <a:latin typeface="Arial"/>
                <a:ea typeface="Arial"/>
                <a:cs typeface="Arial"/>
              </a:defRPr>
            </a:lvl6pPr>
            <a:lvl7pPr>
              <a:defRPr sz="2100" b="0">
                <a:solidFill>
                  <a:srgbClr val="526575"/>
                </a:solidFill>
                <a:latin typeface="Arial"/>
                <a:ea typeface="Arial"/>
                <a:cs typeface="Arial"/>
              </a:defRPr>
            </a:lvl7pPr>
            <a:lvl8pPr>
              <a:defRPr sz="2100" b="0">
                <a:solidFill>
                  <a:srgbClr val="526575"/>
                </a:solidFill>
                <a:latin typeface="Arial"/>
                <a:ea typeface="Arial"/>
                <a:cs typeface="Arial"/>
              </a:defRPr>
            </a:lvl8pPr>
            <a:lvl9pPr>
              <a:defRPr sz="2100" b="0">
                <a:solidFill>
                  <a:srgbClr val="526575"/>
                </a:solidFill>
                <a:latin typeface="Arial"/>
                <a:ea typeface="Arial"/>
                <a:cs typeface="Arial"/>
              </a:defRPr>
            </a:lvl9pPr>
          </a:lstStyle>
          <a:p xmlns:a="http://schemas.openxmlformats.org/drawingml/2006/main">
            <a:pPr>
              <a:defRPr sz="2100" b="0">
                <a:solidFill>
                  <a:srgbClr val="526575"/>
                </a:solidFill>
                <a:latin typeface="Arial"/>
                <a:ea typeface="Arial"/>
                <a:cs typeface="Arial"/>
              </a:defRPr>
            </a:pPr>
            <a:r>
              <a:rPr sz="2100" b="0">
                <a:solidFill>
                  <a:srgbClr val="526575"/>
                </a:solidFill>
                <a:latin typeface="Arial"/>
                <a:ea typeface="Arial"/>
                <a:cs typeface="Arial"/>
              </a:rPr>
              <a:t>La clave APM se guarda en el proveedor del backend.</a:t>
            </a:r>
          </a:p>
          <a:p xmlns:a="http://schemas.openxmlformats.org/drawingml/2006/main">
            <a:pPr>
              <a:defRPr sz="2100" b="0">
                <a:solidFill>
                  <a:srgbClr val="526575"/>
                </a:solidFill>
                <a:latin typeface="Arial"/>
                <a:ea typeface="Arial"/>
                <a:cs typeface="Arial"/>
              </a:defRPr>
            </a:pPr>
            <a:r>
              <a:rPr sz="2100" b="0">
                <a:solidFill>
                  <a:srgbClr val="526575"/>
                </a:solidFill>
                <a:latin typeface="Arial"/>
                <a:ea typeface="Arial"/>
                <a:cs typeface="Arial"/>
              </a:rPr>
              <a:t>Se desactiva el envío automático de logs durante la primera etapa.</a:t>
            </a:r>
          </a:p>
        </p:txBody>
      </p:sp>
    </p:spTree>
    <p:extLst>
      <p:ext uri="{BB962C8B-B14F-4D97-AF65-F5344CB8AC3E}">
        <p14:creationId xmlns:p14="http://schemas.microsoft.com/office/powerpoint/2010/main" val="182478550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Activación en el entorno de prueba">
            <a:extLst xmlns:a="http://schemas.openxmlformats.org/drawingml/2006/main">
              <a:ext uri="{FF2B5EF4-FFF2-40B4-BE49-F238E27FC236}">
                <a16:creationId xmlns:a16="http://schemas.microsoft.com/office/drawing/2014/main" id="{B54F3A3D-A535-4852-9106-C06CDB74EB83}"/>
              </a:ext>
            </a:extLst>
          </p:cNvPr>
          <p:cNvSpPr>
            <a:spLocks xmlns:a="http://schemas.openxmlformats.org/drawingml/2006/main" noGrp="1"/>
          </p:cNvSpPr>
          <p:nvPr/>
        </p:nvSpPr>
        <p:spPr>
          <a:xfrm xmlns:a="http://schemas.openxmlformats.org/drawingml/2006/main">
            <a:off x="685800" y="523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0B233F"/>
                </a:solidFill>
                <a:latin typeface="Arial"/>
                <a:ea typeface="Arial"/>
                <a:cs typeface="Arial"/>
              </a:defRPr>
            </a:defPPr>
            <a:lvl1pPr>
              <a:defRPr sz="3600" b="1">
                <a:solidFill>
                  <a:srgbClr val="0B233F"/>
                </a:solidFill>
                <a:latin typeface="Arial"/>
                <a:ea typeface="Arial"/>
                <a:cs typeface="Arial"/>
              </a:defRPr>
            </a:lvl1pPr>
            <a:lvl2pPr>
              <a:defRPr sz="3600" b="1">
                <a:solidFill>
                  <a:srgbClr val="0B233F"/>
                </a:solidFill>
                <a:latin typeface="Arial"/>
                <a:ea typeface="Arial"/>
                <a:cs typeface="Arial"/>
              </a:defRPr>
            </a:lvl2pPr>
            <a:lvl3pPr>
              <a:defRPr sz="3600" b="1">
                <a:solidFill>
                  <a:srgbClr val="0B233F"/>
                </a:solidFill>
                <a:latin typeface="Arial"/>
                <a:ea typeface="Arial"/>
                <a:cs typeface="Arial"/>
              </a:defRPr>
            </a:lvl3pPr>
            <a:lvl4pPr>
              <a:defRPr sz="3600" b="1">
                <a:solidFill>
                  <a:srgbClr val="0B233F"/>
                </a:solidFill>
                <a:latin typeface="Arial"/>
                <a:ea typeface="Arial"/>
                <a:cs typeface="Arial"/>
              </a:defRPr>
            </a:lvl4pPr>
            <a:lvl5pPr>
              <a:defRPr sz="3600" b="1">
                <a:solidFill>
                  <a:srgbClr val="0B233F"/>
                </a:solidFill>
                <a:latin typeface="Arial"/>
                <a:ea typeface="Arial"/>
                <a:cs typeface="Arial"/>
              </a:defRPr>
            </a:lvl5pPr>
            <a:lvl6pPr>
              <a:defRPr sz="3600" b="1">
                <a:solidFill>
                  <a:srgbClr val="0B233F"/>
                </a:solidFill>
                <a:latin typeface="Arial"/>
                <a:ea typeface="Arial"/>
                <a:cs typeface="Arial"/>
              </a:defRPr>
            </a:lvl6pPr>
            <a:lvl7pPr>
              <a:defRPr sz="3600" b="1">
                <a:solidFill>
                  <a:srgbClr val="0B233F"/>
                </a:solidFill>
                <a:latin typeface="Arial"/>
                <a:ea typeface="Arial"/>
                <a:cs typeface="Arial"/>
              </a:defRPr>
            </a:lvl7pPr>
            <a:lvl8pPr>
              <a:defRPr sz="3600" b="1">
                <a:solidFill>
                  <a:srgbClr val="0B233F"/>
                </a:solidFill>
                <a:latin typeface="Arial"/>
                <a:ea typeface="Arial"/>
                <a:cs typeface="Arial"/>
              </a:defRPr>
            </a:lvl8pPr>
            <a:lvl9pPr>
              <a:defRPr sz="3600" b="1">
                <a:solidFill>
                  <a:srgbClr val="0B233F"/>
                </a:solidFill>
                <a:latin typeface="Arial"/>
                <a:ea typeface="Arial"/>
                <a:cs typeface="Arial"/>
              </a:defRPr>
            </a:lvl9pPr>
          </a:lstStyle>
          <a:p xmlns:a="http://schemas.openxmlformats.org/drawingml/2006/main">
            <a:pPr>
              <a:defRPr sz="3600" b="1">
                <a:solidFill>
                  <a:srgbClr val="0B233F"/>
                </a:solidFill>
                <a:latin typeface="Arial"/>
                <a:ea typeface="Arial"/>
                <a:cs typeface="Arial"/>
              </a:defRPr>
            </a:pPr>
            <a:r>
              <a:rPr sz="3600" b="1">
                <a:solidFill>
                  <a:srgbClr val="0B233F"/>
                </a:solidFill>
                <a:latin typeface="Arial"/>
                <a:ea typeface="Arial"/>
                <a:cs typeface="Arial"/>
              </a:rPr>
              <a:t>Activación en el entorno de prueba</a:t>
            </a:r>
          </a:p>
        </p:txBody>
      </p:sp>
      <p:sp>
        <p:nvSpPr>
          <p:cNvPr id="2" name="Stock-Quest">
            <a:extLst xmlns:a="http://schemas.openxmlformats.org/drawingml/2006/main">
              <a:ext uri="{FF2B5EF4-FFF2-40B4-BE49-F238E27FC236}">
                <a16:creationId xmlns:a16="http://schemas.microsoft.com/office/drawing/2014/main" id="{4A1A0A8A-BC41-4ED9-B433-1C36BA936EAB}"/>
              </a:ext>
            </a:extLst>
          </p:cNvPr>
          <p:cNvSpPr>
            <a:spLocks xmlns:a="http://schemas.openxmlformats.org/drawingml/2006/main" noGrp="1"/>
          </p:cNvSpPr>
          <p:nvPr/>
        </p:nvSpPr>
        <p:spPr>
          <a:xfrm xmlns:a="http://schemas.openxmlformats.org/drawingml/2006/main">
            <a:off x="685800" y="6448425"/>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Stock-Quest</a:t>
            </a:r>
          </a:p>
        </p:txBody>
      </p:sp>
      <p:sp>
        <p:nvSpPr>
          <p:cNvPr id="3" name="06">
            <a:extLst xmlns:a="http://schemas.openxmlformats.org/drawingml/2006/main">
              <a:ext uri="{FF2B5EF4-FFF2-40B4-BE49-F238E27FC236}">
                <a16:creationId xmlns:a16="http://schemas.microsoft.com/office/drawing/2014/main" id="{2B05AA37-3EB2-461E-A40C-68F5191688F9}"/>
              </a:ext>
            </a:extLst>
          </p:cNvPr>
          <p:cNvSpPr>
            <a:spLocks xmlns:a="http://schemas.openxmlformats.org/drawingml/2006/main" noGrp="1"/>
          </p:cNvSpPr>
          <p:nvPr/>
        </p:nvSpPr>
        <p:spPr>
          <a:xfrm xmlns:a="http://schemas.openxmlformats.org/drawingml/2006/main">
            <a:off x="11144250" y="64484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06</a:t>
            </a:r>
          </a:p>
        </p:txBody>
      </p:sp>
      <p:sp>
        <p:nvSpPr>
          <p:cNvPr id="4" name="01">
            <a:extLst xmlns:a="http://schemas.openxmlformats.org/drawingml/2006/main">
              <a:ext uri="{FF2B5EF4-FFF2-40B4-BE49-F238E27FC236}">
                <a16:creationId xmlns:a16="http://schemas.microsoft.com/office/drawing/2014/main" id="{E0E1E600-3202-48F6-9848-E9EF2C363206}"/>
              </a:ext>
            </a:extLst>
          </p:cNvPr>
          <p:cNvSpPr>
            <a:spLocks xmlns:a="http://schemas.openxmlformats.org/drawingml/2006/main" noGrp="1"/>
          </p:cNvSpPr>
          <p:nvPr/>
        </p:nvSpPr>
        <p:spPr>
          <a:xfrm xmlns:a="http://schemas.openxmlformats.org/drawingml/2006/main">
            <a:off x="685800" y="16764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E9850C"/>
                </a:solidFill>
                <a:latin typeface="Arial"/>
                <a:ea typeface="Arial"/>
                <a:cs typeface="Arial"/>
              </a:defRPr>
            </a:defPPr>
            <a:lvl1pPr>
              <a:defRPr sz="2850" b="1">
                <a:solidFill>
                  <a:srgbClr val="E9850C"/>
                </a:solidFill>
                <a:latin typeface="Arial"/>
                <a:ea typeface="Arial"/>
                <a:cs typeface="Arial"/>
              </a:defRPr>
            </a:lvl1pPr>
            <a:lvl2pPr>
              <a:defRPr sz="2850" b="1">
                <a:solidFill>
                  <a:srgbClr val="E9850C"/>
                </a:solidFill>
                <a:latin typeface="Arial"/>
                <a:ea typeface="Arial"/>
                <a:cs typeface="Arial"/>
              </a:defRPr>
            </a:lvl2pPr>
            <a:lvl3pPr>
              <a:defRPr sz="2850" b="1">
                <a:solidFill>
                  <a:srgbClr val="E9850C"/>
                </a:solidFill>
                <a:latin typeface="Arial"/>
                <a:ea typeface="Arial"/>
                <a:cs typeface="Arial"/>
              </a:defRPr>
            </a:lvl3pPr>
            <a:lvl4pPr>
              <a:defRPr sz="2850" b="1">
                <a:solidFill>
                  <a:srgbClr val="E9850C"/>
                </a:solidFill>
                <a:latin typeface="Arial"/>
                <a:ea typeface="Arial"/>
                <a:cs typeface="Arial"/>
              </a:defRPr>
            </a:lvl4pPr>
            <a:lvl5pPr>
              <a:defRPr sz="2850" b="1">
                <a:solidFill>
                  <a:srgbClr val="E9850C"/>
                </a:solidFill>
                <a:latin typeface="Arial"/>
                <a:ea typeface="Arial"/>
                <a:cs typeface="Arial"/>
              </a:defRPr>
            </a:lvl5pPr>
            <a:lvl6pPr>
              <a:defRPr sz="2850" b="1">
                <a:solidFill>
                  <a:srgbClr val="E9850C"/>
                </a:solidFill>
                <a:latin typeface="Arial"/>
                <a:ea typeface="Arial"/>
                <a:cs typeface="Arial"/>
              </a:defRPr>
            </a:lvl6pPr>
            <a:lvl7pPr>
              <a:defRPr sz="2850" b="1">
                <a:solidFill>
                  <a:srgbClr val="E9850C"/>
                </a:solidFill>
                <a:latin typeface="Arial"/>
                <a:ea typeface="Arial"/>
                <a:cs typeface="Arial"/>
              </a:defRPr>
            </a:lvl7pPr>
            <a:lvl8pPr>
              <a:defRPr sz="2850" b="1">
                <a:solidFill>
                  <a:srgbClr val="E9850C"/>
                </a:solidFill>
                <a:latin typeface="Arial"/>
                <a:ea typeface="Arial"/>
                <a:cs typeface="Arial"/>
              </a:defRPr>
            </a:lvl8pPr>
            <a:lvl9pPr>
              <a:defRPr sz="2850" b="1">
                <a:solidFill>
                  <a:srgbClr val="E9850C"/>
                </a:solidFill>
                <a:latin typeface="Arial"/>
                <a:ea typeface="Arial"/>
                <a:cs typeface="Arial"/>
              </a:defRPr>
            </a:lvl9pPr>
          </a:lstStyle>
          <a:p xmlns:a="http://schemas.openxmlformats.org/drawingml/2006/main">
            <a:pPr>
              <a:defRPr sz="2850" b="1">
                <a:solidFill>
                  <a:srgbClr val="E9850C"/>
                </a:solidFill>
                <a:latin typeface="Arial"/>
                <a:ea typeface="Arial"/>
                <a:cs typeface="Arial"/>
              </a:defRPr>
            </a:pPr>
            <a:r>
              <a:rPr sz="2850" b="1">
                <a:solidFill>
                  <a:srgbClr val="E9850C"/>
                </a:solidFill>
                <a:latin typeface="Arial"/>
                <a:ea typeface="Arial"/>
                <a:cs typeface="Arial"/>
              </a:rPr>
              <a:t>01</a:t>
            </a:r>
          </a:p>
        </p:txBody>
      </p:sp>
      <p:sp>
        <p:nvSpPr>
          <p:cNvPr id="5" name="Preparar la cuenta">
            <a:extLst xmlns:a="http://schemas.openxmlformats.org/drawingml/2006/main">
              <a:ext uri="{FF2B5EF4-FFF2-40B4-BE49-F238E27FC236}">
                <a16:creationId xmlns:a16="http://schemas.microsoft.com/office/drawing/2014/main" id="{3D2E605C-55D5-49B2-97D7-34C3EE72E106}"/>
              </a:ext>
            </a:extLst>
          </p:cNvPr>
          <p:cNvSpPr>
            <a:spLocks xmlns:a="http://schemas.openxmlformats.org/drawingml/2006/main" noGrp="1"/>
          </p:cNvSpPr>
          <p:nvPr/>
        </p:nvSpPr>
        <p:spPr>
          <a:xfrm xmlns:a="http://schemas.openxmlformats.org/drawingml/2006/main">
            <a:off x="1581150" y="1676400"/>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B233F"/>
                </a:solidFill>
                <a:latin typeface="Arial"/>
                <a:ea typeface="Arial"/>
                <a:cs typeface="Arial"/>
              </a:defRPr>
            </a:defPPr>
            <a:lvl1pPr>
              <a:defRPr sz="2250" b="1">
                <a:solidFill>
                  <a:srgbClr val="0B233F"/>
                </a:solidFill>
                <a:latin typeface="Arial"/>
                <a:ea typeface="Arial"/>
                <a:cs typeface="Arial"/>
              </a:defRPr>
            </a:lvl1pPr>
            <a:lvl2pPr>
              <a:defRPr sz="2250" b="1">
                <a:solidFill>
                  <a:srgbClr val="0B233F"/>
                </a:solidFill>
                <a:latin typeface="Arial"/>
                <a:ea typeface="Arial"/>
                <a:cs typeface="Arial"/>
              </a:defRPr>
            </a:lvl2pPr>
            <a:lvl3pPr>
              <a:defRPr sz="2250" b="1">
                <a:solidFill>
                  <a:srgbClr val="0B233F"/>
                </a:solidFill>
                <a:latin typeface="Arial"/>
                <a:ea typeface="Arial"/>
                <a:cs typeface="Arial"/>
              </a:defRPr>
            </a:lvl3pPr>
            <a:lvl4pPr>
              <a:defRPr sz="2250" b="1">
                <a:solidFill>
                  <a:srgbClr val="0B233F"/>
                </a:solidFill>
                <a:latin typeface="Arial"/>
                <a:ea typeface="Arial"/>
                <a:cs typeface="Arial"/>
              </a:defRPr>
            </a:lvl4pPr>
            <a:lvl5pPr>
              <a:defRPr sz="2250" b="1">
                <a:solidFill>
                  <a:srgbClr val="0B233F"/>
                </a:solidFill>
                <a:latin typeface="Arial"/>
                <a:ea typeface="Arial"/>
                <a:cs typeface="Arial"/>
              </a:defRPr>
            </a:lvl5pPr>
            <a:lvl6pPr>
              <a:defRPr sz="2250" b="1">
                <a:solidFill>
                  <a:srgbClr val="0B233F"/>
                </a:solidFill>
                <a:latin typeface="Arial"/>
                <a:ea typeface="Arial"/>
                <a:cs typeface="Arial"/>
              </a:defRPr>
            </a:lvl6pPr>
            <a:lvl7pPr>
              <a:defRPr sz="2250" b="1">
                <a:solidFill>
                  <a:srgbClr val="0B233F"/>
                </a:solidFill>
                <a:latin typeface="Arial"/>
                <a:ea typeface="Arial"/>
                <a:cs typeface="Arial"/>
              </a:defRPr>
            </a:lvl7pPr>
            <a:lvl8pPr>
              <a:defRPr sz="2250" b="1">
                <a:solidFill>
                  <a:srgbClr val="0B233F"/>
                </a:solidFill>
                <a:latin typeface="Arial"/>
                <a:ea typeface="Arial"/>
                <a:cs typeface="Arial"/>
              </a:defRPr>
            </a:lvl8pPr>
            <a:lvl9pPr>
              <a:defRPr sz="2250" b="1">
                <a:solidFill>
                  <a:srgbClr val="0B233F"/>
                </a:solidFill>
                <a:latin typeface="Arial"/>
                <a:ea typeface="Arial"/>
                <a:cs typeface="Arial"/>
              </a:defRPr>
            </a:lvl9pPr>
          </a:lstStyle>
          <a:p xmlns:a="http://schemas.openxmlformats.org/drawingml/2006/main">
            <a:pPr>
              <a:defRPr sz="2250" b="1">
                <a:solidFill>
                  <a:srgbClr val="0B233F"/>
                </a:solidFill>
                <a:latin typeface="Arial"/>
                <a:ea typeface="Arial"/>
                <a:cs typeface="Arial"/>
              </a:defRPr>
            </a:pPr>
            <a:r>
              <a:rPr sz="2250" b="1">
                <a:solidFill>
                  <a:srgbClr val="0B233F"/>
                </a:solidFill>
                <a:latin typeface="Arial"/>
                <a:ea typeface="Arial"/>
                <a:cs typeface="Arial"/>
              </a:rPr>
              <a:t>Preparar la cuenta</a:t>
            </a:r>
          </a:p>
        </p:txBody>
      </p:sp>
      <p:sp>
        <p:nvSpPr>
          <p:cNvPr id="6" name="Crear la aplicación APM y obtener la clave de ingesta.">
            <a:extLst xmlns:a="http://schemas.openxmlformats.org/drawingml/2006/main">
              <a:ext uri="{FF2B5EF4-FFF2-40B4-BE49-F238E27FC236}">
                <a16:creationId xmlns:a16="http://schemas.microsoft.com/office/drawing/2014/main" id="{D86442C3-196E-460C-90AA-F5DE9D9FD301}"/>
              </a:ext>
            </a:extLst>
          </p:cNvPr>
          <p:cNvSpPr>
            <a:spLocks xmlns:a="http://schemas.openxmlformats.org/drawingml/2006/main" noGrp="1"/>
          </p:cNvSpPr>
          <p:nvPr/>
        </p:nvSpPr>
        <p:spPr>
          <a:xfrm xmlns:a="http://schemas.openxmlformats.org/drawingml/2006/main">
            <a:off x="1581150" y="2133600"/>
            <a:ext cx="962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575"/>
                </a:solidFill>
                <a:latin typeface="Arial"/>
                <a:ea typeface="Arial"/>
                <a:cs typeface="Arial"/>
              </a:defRPr>
            </a:defPPr>
            <a:lvl1pPr>
              <a:defRPr sz="1950" b="0">
                <a:solidFill>
                  <a:srgbClr val="526575"/>
                </a:solidFill>
                <a:latin typeface="Arial"/>
                <a:ea typeface="Arial"/>
                <a:cs typeface="Arial"/>
              </a:defRPr>
            </a:lvl1pPr>
            <a:lvl2pPr>
              <a:defRPr sz="1950" b="0">
                <a:solidFill>
                  <a:srgbClr val="526575"/>
                </a:solidFill>
                <a:latin typeface="Arial"/>
                <a:ea typeface="Arial"/>
                <a:cs typeface="Arial"/>
              </a:defRPr>
            </a:lvl2pPr>
            <a:lvl3pPr>
              <a:defRPr sz="1950" b="0">
                <a:solidFill>
                  <a:srgbClr val="526575"/>
                </a:solidFill>
                <a:latin typeface="Arial"/>
                <a:ea typeface="Arial"/>
                <a:cs typeface="Arial"/>
              </a:defRPr>
            </a:lvl3pPr>
            <a:lvl4pPr>
              <a:defRPr sz="1950" b="0">
                <a:solidFill>
                  <a:srgbClr val="526575"/>
                </a:solidFill>
                <a:latin typeface="Arial"/>
                <a:ea typeface="Arial"/>
                <a:cs typeface="Arial"/>
              </a:defRPr>
            </a:lvl4pPr>
            <a:lvl5pPr>
              <a:defRPr sz="1950" b="0">
                <a:solidFill>
                  <a:srgbClr val="526575"/>
                </a:solidFill>
                <a:latin typeface="Arial"/>
                <a:ea typeface="Arial"/>
                <a:cs typeface="Arial"/>
              </a:defRPr>
            </a:lvl5pPr>
            <a:lvl6pPr>
              <a:defRPr sz="1950" b="0">
                <a:solidFill>
                  <a:srgbClr val="526575"/>
                </a:solidFill>
                <a:latin typeface="Arial"/>
                <a:ea typeface="Arial"/>
                <a:cs typeface="Arial"/>
              </a:defRPr>
            </a:lvl6pPr>
            <a:lvl7pPr>
              <a:defRPr sz="1950" b="0">
                <a:solidFill>
                  <a:srgbClr val="526575"/>
                </a:solidFill>
                <a:latin typeface="Arial"/>
                <a:ea typeface="Arial"/>
                <a:cs typeface="Arial"/>
              </a:defRPr>
            </a:lvl7pPr>
            <a:lvl8pPr>
              <a:defRPr sz="1950" b="0">
                <a:solidFill>
                  <a:srgbClr val="526575"/>
                </a:solidFill>
                <a:latin typeface="Arial"/>
                <a:ea typeface="Arial"/>
                <a:cs typeface="Arial"/>
              </a:defRPr>
            </a:lvl8pPr>
            <a:lvl9pPr>
              <a:defRPr sz="1950" b="0">
                <a:solidFill>
                  <a:srgbClr val="526575"/>
                </a:solidFill>
                <a:latin typeface="Arial"/>
                <a:ea typeface="Arial"/>
                <a:cs typeface="Arial"/>
              </a:defRPr>
            </a:lvl9pPr>
          </a:lstStyle>
          <a:p xmlns:a="http://schemas.openxmlformats.org/drawingml/2006/main">
            <a:pPr>
              <a:defRPr sz="1950" b="0">
                <a:solidFill>
                  <a:srgbClr val="526575"/>
                </a:solidFill>
                <a:latin typeface="Arial"/>
                <a:ea typeface="Arial"/>
                <a:cs typeface="Arial"/>
              </a:defRPr>
            </a:pPr>
            <a:r>
              <a:rPr sz="1950" b="0">
                <a:solidFill>
                  <a:srgbClr val="526575"/>
                </a:solidFill>
                <a:latin typeface="Arial"/>
                <a:ea typeface="Arial"/>
                <a:cs typeface="Arial"/>
              </a:rPr>
              <a:t>Crear la aplicación APM y obtener la clave de ingesta.</a:t>
            </a:r>
          </a:p>
        </p:txBody>
      </p:sp>
      <p:sp>
        <p:nvSpPr>
          <p:cNvPr id="7" name="02">
            <a:extLst xmlns:a="http://schemas.openxmlformats.org/drawingml/2006/main">
              <a:ext uri="{FF2B5EF4-FFF2-40B4-BE49-F238E27FC236}">
                <a16:creationId xmlns:a16="http://schemas.microsoft.com/office/drawing/2014/main" id="{8E498483-26C0-47ED-99D6-DB5F7F283920}"/>
              </a:ext>
            </a:extLst>
          </p:cNvPr>
          <p:cNvSpPr>
            <a:spLocks xmlns:a="http://schemas.openxmlformats.org/drawingml/2006/main" noGrp="1"/>
          </p:cNvSpPr>
          <p:nvPr/>
        </p:nvSpPr>
        <p:spPr>
          <a:xfrm xmlns:a="http://schemas.openxmlformats.org/drawingml/2006/main">
            <a:off x="685800" y="30289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E9850C"/>
                </a:solidFill>
                <a:latin typeface="Arial"/>
                <a:ea typeface="Arial"/>
                <a:cs typeface="Arial"/>
              </a:defRPr>
            </a:defPPr>
            <a:lvl1pPr>
              <a:defRPr sz="2850" b="1">
                <a:solidFill>
                  <a:srgbClr val="E9850C"/>
                </a:solidFill>
                <a:latin typeface="Arial"/>
                <a:ea typeface="Arial"/>
                <a:cs typeface="Arial"/>
              </a:defRPr>
            </a:lvl1pPr>
            <a:lvl2pPr>
              <a:defRPr sz="2850" b="1">
                <a:solidFill>
                  <a:srgbClr val="E9850C"/>
                </a:solidFill>
                <a:latin typeface="Arial"/>
                <a:ea typeface="Arial"/>
                <a:cs typeface="Arial"/>
              </a:defRPr>
            </a:lvl2pPr>
            <a:lvl3pPr>
              <a:defRPr sz="2850" b="1">
                <a:solidFill>
                  <a:srgbClr val="E9850C"/>
                </a:solidFill>
                <a:latin typeface="Arial"/>
                <a:ea typeface="Arial"/>
                <a:cs typeface="Arial"/>
              </a:defRPr>
            </a:lvl3pPr>
            <a:lvl4pPr>
              <a:defRPr sz="2850" b="1">
                <a:solidFill>
                  <a:srgbClr val="E9850C"/>
                </a:solidFill>
                <a:latin typeface="Arial"/>
                <a:ea typeface="Arial"/>
                <a:cs typeface="Arial"/>
              </a:defRPr>
            </a:lvl4pPr>
            <a:lvl5pPr>
              <a:defRPr sz="2850" b="1">
                <a:solidFill>
                  <a:srgbClr val="E9850C"/>
                </a:solidFill>
                <a:latin typeface="Arial"/>
                <a:ea typeface="Arial"/>
                <a:cs typeface="Arial"/>
              </a:defRPr>
            </a:lvl5pPr>
            <a:lvl6pPr>
              <a:defRPr sz="2850" b="1">
                <a:solidFill>
                  <a:srgbClr val="E9850C"/>
                </a:solidFill>
                <a:latin typeface="Arial"/>
                <a:ea typeface="Arial"/>
                <a:cs typeface="Arial"/>
              </a:defRPr>
            </a:lvl6pPr>
            <a:lvl7pPr>
              <a:defRPr sz="2850" b="1">
                <a:solidFill>
                  <a:srgbClr val="E9850C"/>
                </a:solidFill>
                <a:latin typeface="Arial"/>
                <a:ea typeface="Arial"/>
                <a:cs typeface="Arial"/>
              </a:defRPr>
            </a:lvl7pPr>
            <a:lvl8pPr>
              <a:defRPr sz="2850" b="1">
                <a:solidFill>
                  <a:srgbClr val="E9850C"/>
                </a:solidFill>
                <a:latin typeface="Arial"/>
                <a:ea typeface="Arial"/>
                <a:cs typeface="Arial"/>
              </a:defRPr>
            </a:lvl8pPr>
            <a:lvl9pPr>
              <a:defRPr sz="2850" b="1">
                <a:solidFill>
                  <a:srgbClr val="E9850C"/>
                </a:solidFill>
                <a:latin typeface="Arial"/>
                <a:ea typeface="Arial"/>
                <a:cs typeface="Arial"/>
              </a:defRPr>
            </a:lvl9pPr>
          </a:lstStyle>
          <a:p xmlns:a="http://schemas.openxmlformats.org/drawingml/2006/main">
            <a:pPr>
              <a:defRPr sz="2850" b="1">
                <a:solidFill>
                  <a:srgbClr val="E9850C"/>
                </a:solidFill>
                <a:latin typeface="Arial"/>
                <a:ea typeface="Arial"/>
                <a:cs typeface="Arial"/>
              </a:defRPr>
            </a:pPr>
            <a:r>
              <a:rPr sz="2850" b="1">
                <a:solidFill>
                  <a:srgbClr val="E9850C"/>
                </a:solidFill>
                <a:latin typeface="Arial"/>
                <a:ea typeface="Arial"/>
                <a:cs typeface="Arial"/>
              </a:rPr>
              <a:t>02</a:t>
            </a:r>
          </a:p>
        </p:txBody>
      </p:sp>
      <p:sp>
        <p:nvSpPr>
          <p:cNvPr id="8" name="Publicar la API como servicio Node.js">
            <a:extLst xmlns:a="http://schemas.openxmlformats.org/drawingml/2006/main">
              <a:ext uri="{FF2B5EF4-FFF2-40B4-BE49-F238E27FC236}">
                <a16:creationId xmlns:a16="http://schemas.microsoft.com/office/drawing/2014/main" id="{F067CB72-3B37-4C72-8DEF-622C1AE64BFB}"/>
              </a:ext>
            </a:extLst>
          </p:cNvPr>
          <p:cNvSpPr>
            <a:spLocks xmlns:a="http://schemas.openxmlformats.org/drawingml/2006/main" noGrp="1"/>
          </p:cNvSpPr>
          <p:nvPr/>
        </p:nvSpPr>
        <p:spPr>
          <a:xfrm xmlns:a="http://schemas.openxmlformats.org/drawingml/2006/main">
            <a:off x="1581150" y="3028950"/>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B233F"/>
                </a:solidFill>
                <a:latin typeface="Arial"/>
                <a:ea typeface="Arial"/>
                <a:cs typeface="Arial"/>
              </a:defRPr>
            </a:defPPr>
            <a:lvl1pPr>
              <a:defRPr sz="2250" b="1">
                <a:solidFill>
                  <a:srgbClr val="0B233F"/>
                </a:solidFill>
                <a:latin typeface="Arial"/>
                <a:ea typeface="Arial"/>
                <a:cs typeface="Arial"/>
              </a:defRPr>
            </a:lvl1pPr>
            <a:lvl2pPr>
              <a:defRPr sz="2250" b="1">
                <a:solidFill>
                  <a:srgbClr val="0B233F"/>
                </a:solidFill>
                <a:latin typeface="Arial"/>
                <a:ea typeface="Arial"/>
                <a:cs typeface="Arial"/>
              </a:defRPr>
            </a:lvl2pPr>
            <a:lvl3pPr>
              <a:defRPr sz="2250" b="1">
                <a:solidFill>
                  <a:srgbClr val="0B233F"/>
                </a:solidFill>
                <a:latin typeface="Arial"/>
                <a:ea typeface="Arial"/>
                <a:cs typeface="Arial"/>
              </a:defRPr>
            </a:lvl3pPr>
            <a:lvl4pPr>
              <a:defRPr sz="2250" b="1">
                <a:solidFill>
                  <a:srgbClr val="0B233F"/>
                </a:solidFill>
                <a:latin typeface="Arial"/>
                <a:ea typeface="Arial"/>
                <a:cs typeface="Arial"/>
              </a:defRPr>
            </a:lvl4pPr>
            <a:lvl5pPr>
              <a:defRPr sz="2250" b="1">
                <a:solidFill>
                  <a:srgbClr val="0B233F"/>
                </a:solidFill>
                <a:latin typeface="Arial"/>
                <a:ea typeface="Arial"/>
                <a:cs typeface="Arial"/>
              </a:defRPr>
            </a:lvl5pPr>
            <a:lvl6pPr>
              <a:defRPr sz="2250" b="1">
                <a:solidFill>
                  <a:srgbClr val="0B233F"/>
                </a:solidFill>
                <a:latin typeface="Arial"/>
                <a:ea typeface="Arial"/>
                <a:cs typeface="Arial"/>
              </a:defRPr>
            </a:lvl6pPr>
            <a:lvl7pPr>
              <a:defRPr sz="2250" b="1">
                <a:solidFill>
                  <a:srgbClr val="0B233F"/>
                </a:solidFill>
                <a:latin typeface="Arial"/>
                <a:ea typeface="Arial"/>
                <a:cs typeface="Arial"/>
              </a:defRPr>
            </a:lvl7pPr>
            <a:lvl8pPr>
              <a:defRPr sz="2250" b="1">
                <a:solidFill>
                  <a:srgbClr val="0B233F"/>
                </a:solidFill>
                <a:latin typeface="Arial"/>
                <a:ea typeface="Arial"/>
                <a:cs typeface="Arial"/>
              </a:defRPr>
            </a:lvl8pPr>
            <a:lvl9pPr>
              <a:defRPr sz="2250" b="1">
                <a:solidFill>
                  <a:srgbClr val="0B233F"/>
                </a:solidFill>
                <a:latin typeface="Arial"/>
                <a:ea typeface="Arial"/>
                <a:cs typeface="Arial"/>
              </a:defRPr>
            </a:lvl9pPr>
          </a:lstStyle>
          <a:p xmlns:a="http://schemas.openxmlformats.org/drawingml/2006/main">
            <a:pPr>
              <a:defRPr sz="2250" b="1">
                <a:solidFill>
                  <a:srgbClr val="0B233F"/>
                </a:solidFill>
                <a:latin typeface="Arial"/>
                <a:ea typeface="Arial"/>
                <a:cs typeface="Arial"/>
              </a:defRPr>
            </a:pPr>
            <a:r>
              <a:rPr sz="2250" b="1">
                <a:solidFill>
                  <a:srgbClr val="0B233F"/>
                </a:solidFill>
                <a:latin typeface="Arial"/>
                <a:ea typeface="Arial"/>
                <a:cs typeface="Arial"/>
              </a:rPr>
              <a:t>Publicar la API como servicio Node.js</a:t>
            </a:r>
          </a:p>
        </p:txBody>
      </p:sp>
      <p:sp>
        <p:nvSpPr>
          <p:cNvPr id="9" name="Usar el proceso persistente previsto en Render y configurar sus v">
            <a:extLst xmlns:a="http://schemas.openxmlformats.org/drawingml/2006/main">
              <a:ext uri="{FF2B5EF4-FFF2-40B4-BE49-F238E27FC236}">
                <a16:creationId xmlns:a16="http://schemas.microsoft.com/office/drawing/2014/main" id="{E5C3DD36-1360-4CEA-9976-B5A6F9E54325}"/>
              </a:ext>
            </a:extLst>
          </p:cNvPr>
          <p:cNvSpPr>
            <a:spLocks xmlns:a="http://schemas.openxmlformats.org/drawingml/2006/main" noGrp="1"/>
          </p:cNvSpPr>
          <p:nvPr/>
        </p:nvSpPr>
        <p:spPr>
          <a:xfrm xmlns:a="http://schemas.openxmlformats.org/drawingml/2006/main">
            <a:off x="1581150" y="3486150"/>
            <a:ext cx="962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575"/>
                </a:solidFill>
                <a:latin typeface="Arial"/>
                <a:ea typeface="Arial"/>
                <a:cs typeface="Arial"/>
              </a:defRPr>
            </a:defPPr>
            <a:lvl1pPr>
              <a:defRPr sz="1950" b="0">
                <a:solidFill>
                  <a:srgbClr val="526575"/>
                </a:solidFill>
                <a:latin typeface="Arial"/>
                <a:ea typeface="Arial"/>
                <a:cs typeface="Arial"/>
              </a:defRPr>
            </a:lvl1pPr>
            <a:lvl2pPr>
              <a:defRPr sz="1950" b="0">
                <a:solidFill>
                  <a:srgbClr val="526575"/>
                </a:solidFill>
                <a:latin typeface="Arial"/>
                <a:ea typeface="Arial"/>
                <a:cs typeface="Arial"/>
              </a:defRPr>
            </a:lvl2pPr>
            <a:lvl3pPr>
              <a:defRPr sz="1950" b="0">
                <a:solidFill>
                  <a:srgbClr val="526575"/>
                </a:solidFill>
                <a:latin typeface="Arial"/>
                <a:ea typeface="Arial"/>
                <a:cs typeface="Arial"/>
              </a:defRPr>
            </a:lvl3pPr>
            <a:lvl4pPr>
              <a:defRPr sz="1950" b="0">
                <a:solidFill>
                  <a:srgbClr val="526575"/>
                </a:solidFill>
                <a:latin typeface="Arial"/>
                <a:ea typeface="Arial"/>
                <a:cs typeface="Arial"/>
              </a:defRPr>
            </a:lvl4pPr>
            <a:lvl5pPr>
              <a:defRPr sz="1950" b="0">
                <a:solidFill>
                  <a:srgbClr val="526575"/>
                </a:solidFill>
                <a:latin typeface="Arial"/>
                <a:ea typeface="Arial"/>
                <a:cs typeface="Arial"/>
              </a:defRPr>
            </a:lvl5pPr>
            <a:lvl6pPr>
              <a:defRPr sz="1950" b="0">
                <a:solidFill>
                  <a:srgbClr val="526575"/>
                </a:solidFill>
                <a:latin typeface="Arial"/>
                <a:ea typeface="Arial"/>
                <a:cs typeface="Arial"/>
              </a:defRPr>
            </a:lvl6pPr>
            <a:lvl7pPr>
              <a:defRPr sz="1950" b="0">
                <a:solidFill>
                  <a:srgbClr val="526575"/>
                </a:solidFill>
                <a:latin typeface="Arial"/>
                <a:ea typeface="Arial"/>
                <a:cs typeface="Arial"/>
              </a:defRPr>
            </a:lvl7pPr>
            <a:lvl8pPr>
              <a:defRPr sz="1950" b="0">
                <a:solidFill>
                  <a:srgbClr val="526575"/>
                </a:solidFill>
                <a:latin typeface="Arial"/>
                <a:ea typeface="Arial"/>
                <a:cs typeface="Arial"/>
              </a:defRPr>
            </a:lvl8pPr>
            <a:lvl9pPr>
              <a:defRPr sz="1950" b="0">
                <a:solidFill>
                  <a:srgbClr val="526575"/>
                </a:solidFill>
                <a:latin typeface="Arial"/>
                <a:ea typeface="Arial"/>
                <a:cs typeface="Arial"/>
              </a:defRPr>
            </a:lvl9pPr>
          </a:lstStyle>
          <a:p xmlns:a="http://schemas.openxmlformats.org/drawingml/2006/main">
            <a:pPr>
              <a:defRPr sz="1950" b="0">
                <a:solidFill>
                  <a:srgbClr val="526575"/>
                </a:solidFill>
                <a:latin typeface="Arial"/>
                <a:ea typeface="Arial"/>
                <a:cs typeface="Arial"/>
              </a:defRPr>
            </a:pPr>
            <a:r>
              <a:rPr sz="1950" b="0">
                <a:solidFill>
                  <a:srgbClr val="526575"/>
                </a:solidFill>
                <a:latin typeface="Arial"/>
                <a:ea typeface="Arial"/>
                <a:cs typeface="Arial"/>
              </a:rPr>
              <a:t>Usar el proceso persistente previsto en Render y configurar sus variables.</a:t>
            </a:r>
          </a:p>
        </p:txBody>
      </p:sp>
      <p:sp>
        <p:nvSpPr>
          <p:cNvPr id="10" name="03">
            <a:extLst xmlns:a="http://schemas.openxmlformats.org/drawingml/2006/main">
              <a:ext uri="{FF2B5EF4-FFF2-40B4-BE49-F238E27FC236}">
                <a16:creationId xmlns:a16="http://schemas.microsoft.com/office/drawing/2014/main" id="{B59B55D4-F380-4E85-87A1-408B3CCC982A}"/>
              </a:ext>
            </a:extLst>
          </p:cNvPr>
          <p:cNvSpPr>
            <a:spLocks xmlns:a="http://schemas.openxmlformats.org/drawingml/2006/main" noGrp="1"/>
          </p:cNvSpPr>
          <p:nvPr/>
        </p:nvSpPr>
        <p:spPr>
          <a:xfrm xmlns:a="http://schemas.openxmlformats.org/drawingml/2006/main">
            <a:off x="685800" y="43815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E9850C"/>
                </a:solidFill>
                <a:latin typeface="Arial"/>
                <a:ea typeface="Arial"/>
                <a:cs typeface="Arial"/>
              </a:defRPr>
            </a:defPPr>
            <a:lvl1pPr>
              <a:defRPr sz="2850" b="1">
                <a:solidFill>
                  <a:srgbClr val="E9850C"/>
                </a:solidFill>
                <a:latin typeface="Arial"/>
                <a:ea typeface="Arial"/>
                <a:cs typeface="Arial"/>
              </a:defRPr>
            </a:lvl1pPr>
            <a:lvl2pPr>
              <a:defRPr sz="2850" b="1">
                <a:solidFill>
                  <a:srgbClr val="E9850C"/>
                </a:solidFill>
                <a:latin typeface="Arial"/>
                <a:ea typeface="Arial"/>
                <a:cs typeface="Arial"/>
              </a:defRPr>
            </a:lvl2pPr>
            <a:lvl3pPr>
              <a:defRPr sz="2850" b="1">
                <a:solidFill>
                  <a:srgbClr val="E9850C"/>
                </a:solidFill>
                <a:latin typeface="Arial"/>
                <a:ea typeface="Arial"/>
                <a:cs typeface="Arial"/>
              </a:defRPr>
            </a:lvl3pPr>
            <a:lvl4pPr>
              <a:defRPr sz="2850" b="1">
                <a:solidFill>
                  <a:srgbClr val="E9850C"/>
                </a:solidFill>
                <a:latin typeface="Arial"/>
                <a:ea typeface="Arial"/>
                <a:cs typeface="Arial"/>
              </a:defRPr>
            </a:lvl4pPr>
            <a:lvl5pPr>
              <a:defRPr sz="2850" b="1">
                <a:solidFill>
                  <a:srgbClr val="E9850C"/>
                </a:solidFill>
                <a:latin typeface="Arial"/>
                <a:ea typeface="Arial"/>
                <a:cs typeface="Arial"/>
              </a:defRPr>
            </a:lvl5pPr>
            <a:lvl6pPr>
              <a:defRPr sz="2850" b="1">
                <a:solidFill>
                  <a:srgbClr val="E9850C"/>
                </a:solidFill>
                <a:latin typeface="Arial"/>
                <a:ea typeface="Arial"/>
                <a:cs typeface="Arial"/>
              </a:defRPr>
            </a:lvl6pPr>
            <a:lvl7pPr>
              <a:defRPr sz="2850" b="1">
                <a:solidFill>
                  <a:srgbClr val="E9850C"/>
                </a:solidFill>
                <a:latin typeface="Arial"/>
                <a:ea typeface="Arial"/>
                <a:cs typeface="Arial"/>
              </a:defRPr>
            </a:lvl7pPr>
            <a:lvl8pPr>
              <a:defRPr sz="2850" b="1">
                <a:solidFill>
                  <a:srgbClr val="E9850C"/>
                </a:solidFill>
                <a:latin typeface="Arial"/>
                <a:ea typeface="Arial"/>
                <a:cs typeface="Arial"/>
              </a:defRPr>
            </a:lvl8pPr>
            <a:lvl9pPr>
              <a:defRPr sz="2850" b="1">
                <a:solidFill>
                  <a:srgbClr val="E9850C"/>
                </a:solidFill>
                <a:latin typeface="Arial"/>
                <a:ea typeface="Arial"/>
                <a:cs typeface="Arial"/>
              </a:defRPr>
            </a:lvl9pPr>
          </a:lstStyle>
          <a:p xmlns:a="http://schemas.openxmlformats.org/drawingml/2006/main">
            <a:pPr>
              <a:defRPr sz="2850" b="1">
                <a:solidFill>
                  <a:srgbClr val="E9850C"/>
                </a:solidFill>
                <a:latin typeface="Arial"/>
                <a:ea typeface="Arial"/>
                <a:cs typeface="Arial"/>
              </a:defRPr>
            </a:pPr>
            <a:r>
              <a:rPr sz="2850" b="1">
                <a:solidFill>
                  <a:srgbClr val="E9850C"/>
                </a:solidFill>
                <a:latin typeface="Arial"/>
                <a:ea typeface="Arial"/>
                <a:cs typeface="Arial"/>
              </a:rPr>
              <a:t>03</a:t>
            </a:r>
          </a:p>
        </p:txBody>
      </p:sp>
      <p:sp>
        <p:nvSpPr>
          <p:cNvPr id="11" name="Iniciar y generar tráfico">
            <a:extLst xmlns:a="http://schemas.openxmlformats.org/drawingml/2006/main">
              <a:ext uri="{FF2B5EF4-FFF2-40B4-BE49-F238E27FC236}">
                <a16:creationId xmlns:a16="http://schemas.microsoft.com/office/drawing/2014/main" id="{413FADCE-2D01-42F4-A386-7AADA84D9B91}"/>
              </a:ext>
            </a:extLst>
          </p:cNvPr>
          <p:cNvSpPr>
            <a:spLocks xmlns:a="http://schemas.openxmlformats.org/drawingml/2006/main" noGrp="1"/>
          </p:cNvSpPr>
          <p:nvPr/>
        </p:nvSpPr>
        <p:spPr>
          <a:xfrm xmlns:a="http://schemas.openxmlformats.org/drawingml/2006/main">
            <a:off x="1581150" y="4381500"/>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B233F"/>
                </a:solidFill>
                <a:latin typeface="Arial"/>
                <a:ea typeface="Arial"/>
                <a:cs typeface="Arial"/>
              </a:defRPr>
            </a:defPPr>
            <a:lvl1pPr>
              <a:defRPr sz="2250" b="1">
                <a:solidFill>
                  <a:srgbClr val="0B233F"/>
                </a:solidFill>
                <a:latin typeface="Arial"/>
                <a:ea typeface="Arial"/>
                <a:cs typeface="Arial"/>
              </a:defRPr>
            </a:lvl1pPr>
            <a:lvl2pPr>
              <a:defRPr sz="2250" b="1">
                <a:solidFill>
                  <a:srgbClr val="0B233F"/>
                </a:solidFill>
                <a:latin typeface="Arial"/>
                <a:ea typeface="Arial"/>
                <a:cs typeface="Arial"/>
              </a:defRPr>
            </a:lvl2pPr>
            <a:lvl3pPr>
              <a:defRPr sz="2250" b="1">
                <a:solidFill>
                  <a:srgbClr val="0B233F"/>
                </a:solidFill>
                <a:latin typeface="Arial"/>
                <a:ea typeface="Arial"/>
                <a:cs typeface="Arial"/>
              </a:defRPr>
            </a:lvl3pPr>
            <a:lvl4pPr>
              <a:defRPr sz="2250" b="1">
                <a:solidFill>
                  <a:srgbClr val="0B233F"/>
                </a:solidFill>
                <a:latin typeface="Arial"/>
                <a:ea typeface="Arial"/>
                <a:cs typeface="Arial"/>
              </a:defRPr>
            </a:lvl4pPr>
            <a:lvl5pPr>
              <a:defRPr sz="2250" b="1">
                <a:solidFill>
                  <a:srgbClr val="0B233F"/>
                </a:solidFill>
                <a:latin typeface="Arial"/>
                <a:ea typeface="Arial"/>
                <a:cs typeface="Arial"/>
              </a:defRPr>
            </a:lvl5pPr>
            <a:lvl6pPr>
              <a:defRPr sz="2250" b="1">
                <a:solidFill>
                  <a:srgbClr val="0B233F"/>
                </a:solidFill>
                <a:latin typeface="Arial"/>
                <a:ea typeface="Arial"/>
                <a:cs typeface="Arial"/>
              </a:defRPr>
            </a:lvl6pPr>
            <a:lvl7pPr>
              <a:defRPr sz="2250" b="1">
                <a:solidFill>
                  <a:srgbClr val="0B233F"/>
                </a:solidFill>
                <a:latin typeface="Arial"/>
                <a:ea typeface="Arial"/>
                <a:cs typeface="Arial"/>
              </a:defRPr>
            </a:lvl7pPr>
            <a:lvl8pPr>
              <a:defRPr sz="2250" b="1">
                <a:solidFill>
                  <a:srgbClr val="0B233F"/>
                </a:solidFill>
                <a:latin typeface="Arial"/>
                <a:ea typeface="Arial"/>
                <a:cs typeface="Arial"/>
              </a:defRPr>
            </a:lvl8pPr>
            <a:lvl9pPr>
              <a:defRPr sz="2250" b="1">
                <a:solidFill>
                  <a:srgbClr val="0B233F"/>
                </a:solidFill>
                <a:latin typeface="Arial"/>
                <a:ea typeface="Arial"/>
                <a:cs typeface="Arial"/>
              </a:defRPr>
            </a:lvl9pPr>
          </a:lstStyle>
          <a:p xmlns:a="http://schemas.openxmlformats.org/drawingml/2006/main">
            <a:pPr>
              <a:defRPr sz="2250" b="1">
                <a:solidFill>
                  <a:srgbClr val="0B233F"/>
                </a:solidFill>
                <a:latin typeface="Arial"/>
                <a:ea typeface="Arial"/>
                <a:cs typeface="Arial"/>
              </a:defRPr>
            </a:pPr>
            <a:r>
              <a:rPr sz="2250" b="1">
                <a:solidFill>
                  <a:srgbClr val="0B233F"/>
                </a:solidFill>
                <a:latin typeface="Arial"/>
                <a:ea typeface="Arial"/>
                <a:cs typeface="Arial"/>
              </a:rPr>
              <a:t>Iniciar y generar tráfico</a:t>
            </a:r>
          </a:p>
        </p:txBody>
      </p:sp>
      <p:sp>
        <p:nvSpPr>
          <p:cNvPr id="12" name="Ejecutar los flujos habituales y confirmar la entidad StockQuest-">
            <a:extLst xmlns:a="http://schemas.openxmlformats.org/drawingml/2006/main">
              <a:ext uri="{FF2B5EF4-FFF2-40B4-BE49-F238E27FC236}">
                <a16:creationId xmlns:a16="http://schemas.microsoft.com/office/drawing/2014/main" id="{9BF4DE6B-1113-497B-AA26-47EDD884A184}"/>
              </a:ext>
            </a:extLst>
          </p:cNvPr>
          <p:cNvSpPr>
            <a:spLocks xmlns:a="http://schemas.openxmlformats.org/drawingml/2006/main" noGrp="1"/>
          </p:cNvSpPr>
          <p:nvPr/>
        </p:nvSpPr>
        <p:spPr>
          <a:xfrm xmlns:a="http://schemas.openxmlformats.org/drawingml/2006/main">
            <a:off x="1581150" y="4838700"/>
            <a:ext cx="962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575"/>
                </a:solidFill>
                <a:latin typeface="Arial"/>
                <a:ea typeface="Arial"/>
                <a:cs typeface="Arial"/>
              </a:defRPr>
            </a:defPPr>
            <a:lvl1pPr>
              <a:defRPr sz="1950" b="0">
                <a:solidFill>
                  <a:srgbClr val="526575"/>
                </a:solidFill>
                <a:latin typeface="Arial"/>
                <a:ea typeface="Arial"/>
                <a:cs typeface="Arial"/>
              </a:defRPr>
            </a:lvl1pPr>
            <a:lvl2pPr>
              <a:defRPr sz="1950" b="0">
                <a:solidFill>
                  <a:srgbClr val="526575"/>
                </a:solidFill>
                <a:latin typeface="Arial"/>
                <a:ea typeface="Arial"/>
                <a:cs typeface="Arial"/>
              </a:defRPr>
            </a:lvl2pPr>
            <a:lvl3pPr>
              <a:defRPr sz="1950" b="0">
                <a:solidFill>
                  <a:srgbClr val="526575"/>
                </a:solidFill>
                <a:latin typeface="Arial"/>
                <a:ea typeface="Arial"/>
                <a:cs typeface="Arial"/>
              </a:defRPr>
            </a:lvl3pPr>
            <a:lvl4pPr>
              <a:defRPr sz="1950" b="0">
                <a:solidFill>
                  <a:srgbClr val="526575"/>
                </a:solidFill>
                <a:latin typeface="Arial"/>
                <a:ea typeface="Arial"/>
                <a:cs typeface="Arial"/>
              </a:defRPr>
            </a:lvl4pPr>
            <a:lvl5pPr>
              <a:defRPr sz="1950" b="0">
                <a:solidFill>
                  <a:srgbClr val="526575"/>
                </a:solidFill>
                <a:latin typeface="Arial"/>
                <a:ea typeface="Arial"/>
                <a:cs typeface="Arial"/>
              </a:defRPr>
            </a:lvl5pPr>
            <a:lvl6pPr>
              <a:defRPr sz="1950" b="0">
                <a:solidFill>
                  <a:srgbClr val="526575"/>
                </a:solidFill>
                <a:latin typeface="Arial"/>
                <a:ea typeface="Arial"/>
                <a:cs typeface="Arial"/>
              </a:defRPr>
            </a:lvl6pPr>
            <a:lvl7pPr>
              <a:defRPr sz="1950" b="0">
                <a:solidFill>
                  <a:srgbClr val="526575"/>
                </a:solidFill>
                <a:latin typeface="Arial"/>
                <a:ea typeface="Arial"/>
                <a:cs typeface="Arial"/>
              </a:defRPr>
            </a:lvl7pPr>
            <a:lvl8pPr>
              <a:defRPr sz="1950" b="0">
                <a:solidFill>
                  <a:srgbClr val="526575"/>
                </a:solidFill>
                <a:latin typeface="Arial"/>
                <a:ea typeface="Arial"/>
                <a:cs typeface="Arial"/>
              </a:defRPr>
            </a:lvl8pPr>
            <a:lvl9pPr>
              <a:defRPr sz="1950" b="0">
                <a:solidFill>
                  <a:srgbClr val="526575"/>
                </a:solidFill>
                <a:latin typeface="Arial"/>
                <a:ea typeface="Arial"/>
                <a:cs typeface="Arial"/>
              </a:defRPr>
            </a:lvl9pPr>
          </a:lstStyle>
          <a:p xmlns:a="http://schemas.openxmlformats.org/drawingml/2006/main">
            <a:pPr>
              <a:defRPr sz="1950" b="0">
                <a:solidFill>
                  <a:srgbClr val="526575"/>
                </a:solidFill>
                <a:latin typeface="Arial"/>
                <a:ea typeface="Arial"/>
                <a:cs typeface="Arial"/>
              </a:defRPr>
            </a:pPr>
            <a:r>
              <a:rPr sz="1950" b="0">
                <a:solidFill>
                  <a:srgbClr val="526575"/>
                </a:solidFill>
                <a:latin typeface="Arial"/>
                <a:ea typeface="Arial"/>
                <a:cs typeface="Arial"/>
              </a:rPr>
              <a:t>Ejecutar los flujos habituales y confirmar la entidad StockQuest-API.</a:t>
            </a:r>
          </a:p>
        </p:txBody>
      </p:sp>
    </p:spTree>
    <p:extLst>
      <p:ext uri="{BB962C8B-B14F-4D97-AF65-F5344CB8AC3E}">
        <p14:creationId xmlns:p14="http://schemas.microsoft.com/office/powerpoint/2010/main" val="37858423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Un panel para las funciones principales">
            <a:extLst xmlns:a="http://schemas.openxmlformats.org/drawingml/2006/main">
              <a:ext uri="{FF2B5EF4-FFF2-40B4-BE49-F238E27FC236}">
                <a16:creationId xmlns:a16="http://schemas.microsoft.com/office/drawing/2014/main" id="{FF7E502A-E573-41B2-A444-01D4D750F866}"/>
              </a:ext>
            </a:extLst>
          </p:cNvPr>
          <p:cNvSpPr>
            <a:spLocks xmlns:a="http://schemas.openxmlformats.org/drawingml/2006/main" noGrp="1"/>
          </p:cNvSpPr>
          <p:nvPr/>
        </p:nvSpPr>
        <p:spPr>
          <a:xfrm xmlns:a="http://schemas.openxmlformats.org/drawingml/2006/main">
            <a:off x="685800" y="523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0B233F"/>
                </a:solidFill>
                <a:latin typeface="Arial"/>
                <a:ea typeface="Arial"/>
                <a:cs typeface="Arial"/>
              </a:defRPr>
            </a:defPPr>
            <a:lvl1pPr>
              <a:defRPr sz="3600" b="1">
                <a:solidFill>
                  <a:srgbClr val="0B233F"/>
                </a:solidFill>
                <a:latin typeface="Arial"/>
                <a:ea typeface="Arial"/>
                <a:cs typeface="Arial"/>
              </a:defRPr>
            </a:lvl1pPr>
            <a:lvl2pPr>
              <a:defRPr sz="3600" b="1">
                <a:solidFill>
                  <a:srgbClr val="0B233F"/>
                </a:solidFill>
                <a:latin typeface="Arial"/>
                <a:ea typeface="Arial"/>
                <a:cs typeface="Arial"/>
              </a:defRPr>
            </a:lvl2pPr>
            <a:lvl3pPr>
              <a:defRPr sz="3600" b="1">
                <a:solidFill>
                  <a:srgbClr val="0B233F"/>
                </a:solidFill>
                <a:latin typeface="Arial"/>
                <a:ea typeface="Arial"/>
                <a:cs typeface="Arial"/>
              </a:defRPr>
            </a:lvl3pPr>
            <a:lvl4pPr>
              <a:defRPr sz="3600" b="1">
                <a:solidFill>
                  <a:srgbClr val="0B233F"/>
                </a:solidFill>
                <a:latin typeface="Arial"/>
                <a:ea typeface="Arial"/>
                <a:cs typeface="Arial"/>
              </a:defRPr>
            </a:lvl4pPr>
            <a:lvl5pPr>
              <a:defRPr sz="3600" b="1">
                <a:solidFill>
                  <a:srgbClr val="0B233F"/>
                </a:solidFill>
                <a:latin typeface="Arial"/>
                <a:ea typeface="Arial"/>
                <a:cs typeface="Arial"/>
              </a:defRPr>
            </a:lvl5pPr>
            <a:lvl6pPr>
              <a:defRPr sz="3600" b="1">
                <a:solidFill>
                  <a:srgbClr val="0B233F"/>
                </a:solidFill>
                <a:latin typeface="Arial"/>
                <a:ea typeface="Arial"/>
                <a:cs typeface="Arial"/>
              </a:defRPr>
            </a:lvl6pPr>
            <a:lvl7pPr>
              <a:defRPr sz="3600" b="1">
                <a:solidFill>
                  <a:srgbClr val="0B233F"/>
                </a:solidFill>
                <a:latin typeface="Arial"/>
                <a:ea typeface="Arial"/>
                <a:cs typeface="Arial"/>
              </a:defRPr>
            </a:lvl7pPr>
            <a:lvl8pPr>
              <a:defRPr sz="3600" b="1">
                <a:solidFill>
                  <a:srgbClr val="0B233F"/>
                </a:solidFill>
                <a:latin typeface="Arial"/>
                <a:ea typeface="Arial"/>
                <a:cs typeface="Arial"/>
              </a:defRPr>
            </a:lvl8pPr>
            <a:lvl9pPr>
              <a:defRPr sz="3600" b="1">
                <a:solidFill>
                  <a:srgbClr val="0B233F"/>
                </a:solidFill>
                <a:latin typeface="Arial"/>
                <a:ea typeface="Arial"/>
                <a:cs typeface="Arial"/>
              </a:defRPr>
            </a:lvl9pPr>
          </a:lstStyle>
          <a:p xmlns:a="http://schemas.openxmlformats.org/drawingml/2006/main">
            <a:pPr>
              <a:defRPr sz="3600" b="1">
                <a:solidFill>
                  <a:srgbClr val="0B233F"/>
                </a:solidFill>
                <a:latin typeface="Arial"/>
                <a:ea typeface="Arial"/>
                <a:cs typeface="Arial"/>
              </a:defRPr>
            </a:pPr>
            <a:r>
              <a:rPr sz="3600" b="1">
                <a:solidFill>
                  <a:srgbClr val="0B233F"/>
                </a:solidFill>
                <a:latin typeface="Arial"/>
                <a:ea typeface="Arial"/>
                <a:cs typeface="Arial"/>
              </a:rPr>
              <a:t>Un panel para las funciones principales</a:t>
            </a:r>
          </a:p>
        </p:txBody>
      </p:sp>
      <p:sp>
        <p:nvSpPr>
          <p:cNvPr id="2" name="Stock-Quest">
            <a:extLst xmlns:a="http://schemas.openxmlformats.org/drawingml/2006/main">
              <a:ext uri="{FF2B5EF4-FFF2-40B4-BE49-F238E27FC236}">
                <a16:creationId xmlns:a16="http://schemas.microsoft.com/office/drawing/2014/main" id="{9C3515F0-552F-477E-818A-C49455DD2396}"/>
              </a:ext>
            </a:extLst>
          </p:cNvPr>
          <p:cNvSpPr>
            <a:spLocks xmlns:a="http://schemas.openxmlformats.org/drawingml/2006/main" noGrp="1"/>
          </p:cNvSpPr>
          <p:nvPr/>
        </p:nvSpPr>
        <p:spPr>
          <a:xfrm xmlns:a="http://schemas.openxmlformats.org/drawingml/2006/main">
            <a:off x="685800" y="6448425"/>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Stock-Quest</a:t>
            </a:r>
          </a:p>
        </p:txBody>
      </p:sp>
      <p:sp>
        <p:nvSpPr>
          <p:cNvPr id="3" name="07">
            <a:extLst xmlns:a="http://schemas.openxmlformats.org/drawingml/2006/main">
              <a:ext uri="{FF2B5EF4-FFF2-40B4-BE49-F238E27FC236}">
                <a16:creationId xmlns:a16="http://schemas.microsoft.com/office/drawing/2014/main" id="{43EB812A-CF39-4D93-988D-DEB99D44EBC7}"/>
              </a:ext>
            </a:extLst>
          </p:cNvPr>
          <p:cNvSpPr>
            <a:spLocks xmlns:a="http://schemas.openxmlformats.org/drawingml/2006/main" noGrp="1"/>
          </p:cNvSpPr>
          <p:nvPr/>
        </p:nvSpPr>
        <p:spPr>
          <a:xfrm xmlns:a="http://schemas.openxmlformats.org/drawingml/2006/main">
            <a:off x="11144250" y="64484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07</a:t>
            </a:r>
          </a:p>
        </p:txBody>
      </p:sp>
      <p:graphicFrame>
        <p:nvGraphicFramePr>
          <p:cNvPr id="4" name="">
            <a:extLst xmlns:a="http://schemas.openxmlformats.org/drawingml/2006/main">
              <a:ext uri="{FF2B5EF4-FFF2-40B4-BE49-F238E27FC236}">
                <a16:creationId xmlns:a16="http://schemas.microsoft.com/office/drawing/2014/main" id="{53D0926A-4BC7-424A-B049-A807E7948C0F}"/>
              </a:ext>
            </a:extLst>
          </p:cNvPr>
          <p:cNvGraphicFramePr/>
          <p:nvPr/>
        </p:nvGraphicFramePr>
        <p:xfrm>
          <a:off xmlns:a="http://schemas.openxmlformats.org/drawingml/2006/main" x="685800" y="1724025"/>
          <a:ext xmlns:a="http://schemas.openxmlformats.org/drawingml/2006/main" cx="10820400" cy="3905250"/>
        </p:xfrm>
        <a:graphic xmlns:a="http://schemas.openxmlformats.org/drawingml/2006/main">
          <a:graphicData uri="http://schemas.openxmlformats.org/drawingml/2006/table">
            <a:tbl>
              <a:tblPr firstRow="1" bandRow="0"/>
              <a:tblGrid>
                <a:gridCol w="2524125"/>
                <a:gridCol w="3810000"/>
                <a:gridCol w="4486275"/>
              </a:tblGrid>
              <a:tr h="590550">
                <a:tc>
                  <a:txBody>
                    <a:bodyPr/>
                    <a:lstStyle/>
                    <a:p>
                      <a:r>
                        <a:rPr sz="1800" b="1">
                          <a:solidFill>
                            <a:srgbClr val="FFFFFF"/>
                          </a:solidFill>
                          <a:latin typeface="Arial"/>
                          <a:ea typeface="Arial"/>
                          <a:cs typeface="Arial"/>
                        </a:rPr>
                        <a:t>Indicador</a:t>
                      </a:r>
                    </a:p>
                  </a:txBody>
                  <a:tcPr marL="171450" marR="171450" marT="142875" marB="114300" anchor="ctr">
                    <a:lnL w="5715">
                      <a:solidFill>
                        <a:srgbClr val="D7E0E6"/>
                      </a:solidFill>
                      <a:prstDash val="solid"/>
                    </a:lnL>
                    <a:lnR w="5715">
                      <a:solidFill>
                        <a:srgbClr val="D7E0E6"/>
                      </a:solidFill>
                      <a:prstDash val="solid"/>
                    </a:lnR>
                    <a:lnT w="5715">
                      <a:solidFill>
                        <a:srgbClr val="D7E0E6"/>
                      </a:solidFill>
                      <a:prstDash val="solid"/>
                    </a:lnT>
                    <a:lnB w="5715">
                      <a:solidFill>
                        <a:srgbClr val="D7E0E6"/>
                      </a:solidFill>
                      <a:prstDash val="solid"/>
                    </a:lnB>
                    <a:solidFill>
                      <a:srgbClr val="0B233F"/>
                    </a:solidFill>
                  </a:tcPr>
                </a:tc>
                <a:tc>
                  <a:txBody>
                    <a:bodyPr/>
                    <a:lstStyle/>
                    <a:p>
                      <a:r>
                        <a:rPr sz="1800" b="1">
                          <a:solidFill>
                            <a:srgbClr val="FFFFFF"/>
                          </a:solidFill>
                          <a:latin typeface="Arial"/>
                          <a:ea typeface="Arial"/>
                          <a:cs typeface="Arial"/>
                        </a:rPr>
                        <a:t>Qué muestra</a:t>
                      </a:r>
                    </a:p>
                  </a:txBody>
                  <a:tcPr marL="171450" marR="171450" marT="142875" marB="114300" anchor="ctr">
                    <a:lnR w="5715">
                      <a:solidFill>
                        <a:srgbClr val="D7E0E6"/>
                      </a:solidFill>
                      <a:prstDash val="solid"/>
                    </a:lnR>
                    <a:lnT w="5715">
                      <a:solidFill>
                        <a:srgbClr val="D7E0E6"/>
                      </a:solidFill>
                      <a:prstDash val="solid"/>
                    </a:lnT>
                    <a:lnB w="5715">
                      <a:solidFill>
                        <a:srgbClr val="D7E0E6"/>
                      </a:solidFill>
                      <a:prstDash val="solid"/>
                    </a:lnB>
                    <a:solidFill>
                      <a:srgbClr val="0B233F"/>
                    </a:solidFill>
                  </a:tcPr>
                </a:tc>
                <a:tc>
                  <a:txBody>
                    <a:bodyPr/>
                    <a:lstStyle/>
                    <a:p>
                      <a:r>
                        <a:rPr sz="1800" b="1">
                          <a:solidFill>
                            <a:srgbClr val="FFFFFF"/>
                          </a:solidFill>
                          <a:latin typeface="Arial"/>
                          <a:ea typeface="Arial"/>
                          <a:cs typeface="Arial"/>
                        </a:rPr>
                        <a:t>Aplicación en Stock-Quest</a:t>
                      </a:r>
                    </a:p>
                  </a:txBody>
                  <a:tcPr marL="171450" marR="171450" marT="142875" marB="114300" anchor="ctr">
                    <a:lnR w="5715">
                      <a:solidFill>
                        <a:srgbClr val="D7E0E6"/>
                      </a:solidFill>
                      <a:prstDash val="solid"/>
                    </a:lnR>
                    <a:lnT w="5715">
                      <a:solidFill>
                        <a:srgbClr val="D7E0E6"/>
                      </a:solidFill>
                      <a:prstDash val="solid"/>
                    </a:lnT>
                    <a:lnB w="5715">
                      <a:solidFill>
                        <a:srgbClr val="D7E0E6"/>
                      </a:solidFill>
                      <a:prstDash val="solid"/>
                    </a:lnB>
                    <a:solidFill>
                      <a:srgbClr val="0B233F"/>
                    </a:solidFill>
                  </a:tcPr>
                </a:tc>
              </a:tr>
              <a:tr h="828675">
                <a:tc>
                  <a:txBody>
                    <a:bodyPr/>
                    <a:lstStyle/>
                    <a:p>
                      <a:r>
                        <a:rPr sz="1875" b="0">
                          <a:solidFill>
                            <a:srgbClr val="152D43"/>
                          </a:solidFill>
                          <a:latin typeface="Arial"/>
                          <a:ea typeface="Arial"/>
                          <a:cs typeface="Arial"/>
                        </a:rPr>
                        <a:t>Latencia p95</a:t>
                      </a:r>
                    </a:p>
                  </a:txBody>
                  <a:tcPr marL="171450" marR="171450" marT="142875" marB="114300" anchor="ctr">
                    <a:lnL w="5715">
                      <a:solidFill>
                        <a:srgbClr val="D7E0E6"/>
                      </a:solidFill>
                      <a:prstDash val="solid"/>
                    </a:lnL>
                    <a:lnR w="5715">
                      <a:solidFill>
                        <a:srgbClr val="D7E0E6"/>
                      </a:solidFill>
                      <a:prstDash val="solid"/>
                    </a:lnR>
                    <a:lnB w="5715">
                      <a:solidFill>
                        <a:srgbClr val="D7E0E6"/>
                      </a:solidFill>
                      <a:prstDash val="solid"/>
                    </a:lnB>
                    <a:solidFill>
                      <a:srgbClr val="FFFFFF"/>
                    </a:solidFill>
                  </a:tcPr>
                </a:tc>
                <a:tc>
                  <a:txBody>
                    <a:bodyPr/>
                    <a:lstStyle/>
                    <a:p>
                      <a:r>
                        <a:rPr sz="1875" b="0">
                          <a:solidFill>
                            <a:srgbClr val="152D43"/>
                          </a:solidFill>
                          <a:latin typeface="Arial"/>
                          <a:ea typeface="Arial"/>
                          <a:cs typeface="Arial"/>
                        </a:rPr>
                        <a:t>Percentil 95 de duración</a:t>
                      </a:r>
                    </a:p>
                  </a:txBody>
                  <a:tcPr marL="171450" marR="171450" marT="142875" marB="114300" anchor="ctr">
                    <a:lnR w="5715">
                      <a:solidFill>
                        <a:srgbClr val="D7E0E6"/>
                      </a:solidFill>
                      <a:prstDash val="solid"/>
                    </a:lnR>
                    <a:lnB w="5715">
                      <a:solidFill>
                        <a:srgbClr val="D7E0E6"/>
                      </a:solidFill>
                      <a:prstDash val="solid"/>
                    </a:lnB>
                    <a:solidFill>
                      <a:srgbClr val="FFFFFF"/>
                    </a:solidFill>
                  </a:tcPr>
                </a:tc>
                <a:tc>
                  <a:txBody>
                    <a:bodyPr/>
                    <a:lstStyle/>
                    <a:p>
                      <a:r>
                        <a:rPr sz="1875" b="0">
                          <a:solidFill>
                            <a:srgbClr val="152D43"/>
                          </a:solidFill>
                          <a:latin typeface="Arial"/>
                          <a:ea typeface="Arial"/>
                          <a:cs typeface="Arial"/>
                        </a:rPr>
                        <a:t>Login, módulos y simulaciones</a:t>
                      </a:r>
                    </a:p>
                  </a:txBody>
                  <a:tcPr marL="171450" marR="171450" marT="142875" marB="114300" anchor="ctr">
                    <a:lnR w="5715">
                      <a:solidFill>
                        <a:srgbClr val="D7E0E6"/>
                      </a:solidFill>
                      <a:prstDash val="solid"/>
                    </a:lnR>
                    <a:lnB w="5715">
                      <a:solidFill>
                        <a:srgbClr val="D7E0E6"/>
                      </a:solidFill>
                      <a:prstDash val="solid"/>
                    </a:lnB>
                    <a:solidFill>
                      <a:srgbClr val="FFFFFF"/>
                    </a:solidFill>
                  </a:tcPr>
                </a:tc>
              </a:tr>
              <a:tr h="828675">
                <a:tc>
                  <a:txBody>
                    <a:bodyPr/>
                    <a:lstStyle/>
                    <a:p>
                      <a:r>
                        <a:rPr sz="1875" b="0">
                          <a:solidFill>
                            <a:srgbClr val="152D43"/>
                          </a:solidFill>
                          <a:latin typeface="Arial"/>
                          <a:ea typeface="Arial"/>
                          <a:cs typeface="Arial"/>
                        </a:rPr>
                        <a:t>Errores de API</a:t>
                      </a:r>
                    </a:p>
                  </a:txBody>
                  <a:tcPr marL="171450" marR="171450" marT="142875" marB="114300" anchor="ctr">
                    <a:lnL w="5715">
                      <a:solidFill>
                        <a:srgbClr val="D7E0E6"/>
                      </a:solidFill>
                      <a:prstDash val="solid"/>
                    </a:lnL>
                    <a:lnR w="5715">
                      <a:solidFill>
                        <a:srgbClr val="D7E0E6"/>
                      </a:solidFill>
                      <a:prstDash val="solid"/>
                    </a:lnR>
                    <a:lnB w="5715">
                      <a:solidFill>
                        <a:srgbClr val="D7E0E6"/>
                      </a:solidFill>
                      <a:prstDash val="solid"/>
                    </a:lnB>
                    <a:solidFill>
                      <a:srgbClr val="EFF3F5"/>
                    </a:solidFill>
                  </a:tcPr>
                </a:tc>
                <a:tc>
                  <a:txBody>
                    <a:bodyPr/>
                    <a:lstStyle/>
                    <a:p>
                      <a:r>
                        <a:rPr sz="1875" b="0">
                          <a:solidFill>
                            <a:srgbClr val="152D43"/>
                          </a:solidFill>
                          <a:latin typeface="Arial"/>
                          <a:ea typeface="Arial"/>
                          <a:cs typeface="Arial"/>
                        </a:rPr>
                        <a:t>Porcentaje de errores</a:t>
                      </a:r>
                    </a:p>
                  </a:txBody>
                  <a:tcPr marL="171450" marR="171450" marT="142875" marB="114300" anchor="ctr">
                    <a:lnR w="5715">
                      <a:solidFill>
                        <a:srgbClr val="D7E0E6"/>
                      </a:solidFill>
                      <a:prstDash val="solid"/>
                    </a:lnR>
                    <a:lnB w="5715">
                      <a:solidFill>
                        <a:srgbClr val="D7E0E6"/>
                      </a:solidFill>
                      <a:prstDash val="solid"/>
                    </a:lnB>
                    <a:solidFill>
                      <a:srgbClr val="EFF3F5"/>
                    </a:solidFill>
                  </a:tcPr>
                </a:tc>
                <a:tc>
                  <a:txBody>
                    <a:bodyPr/>
                    <a:lstStyle/>
                    <a:p>
                      <a:r>
                        <a:rPr sz="1875" b="0">
                          <a:solidFill>
                            <a:srgbClr val="152D43"/>
                          </a:solidFill>
                          <a:latin typeface="Arial"/>
                          <a:ea typeface="Arial"/>
                          <a:cs typeface="Arial"/>
                        </a:rPr>
                        <a:t>Fallas al consultar o guardar</a:t>
                      </a:r>
                    </a:p>
                  </a:txBody>
                  <a:tcPr marL="171450" marR="171450" marT="142875" marB="114300" anchor="ctr">
                    <a:lnR w="5715">
                      <a:solidFill>
                        <a:srgbClr val="D7E0E6"/>
                      </a:solidFill>
                      <a:prstDash val="solid"/>
                    </a:lnR>
                    <a:lnB w="5715">
                      <a:solidFill>
                        <a:srgbClr val="D7E0E6"/>
                      </a:solidFill>
                      <a:prstDash val="solid"/>
                    </a:lnB>
                    <a:solidFill>
                      <a:srgbClr val="EFF3F5"/>
                    </a:solidFill>
                  </a:tcPr>
                </a:tc>
              </a:tr>
              <a:tr h="828675">
                <a:tc>
                  <a:txBody>
                    <a:bodyPr/>
                    <a:lstStyle/>
                    <a:p>
                      <a:r>
                        <a:rPr sz="1875" b="0">
                          <a:solidFill>
                            <a:srgbClr val="152D43"/>
                          </a:solidFill>
                          <a:latin typeface="Arial"/>
                          <a:ea typeface="Arial"/>
                          <a:cs typeface="Arial"/>
                        </a:rPr>
                        <a:t>Solicitudes/min</a:t>
                      </a:r>
                    </a:p>
                  </a:txBody>
                  <a:tcPr marL="171450" marR="171450" marT="142875" marB="114300" anchor="ctr">
                    <a:lnL w="5715">
                      <a:solidFill>
                        <a:srgbClr val="D7E0E6"/>
                      </a:solidFill>
                      <a:prstDash val="solid"/>
                    </a:lnL>
                    <a:lnR w="5715">
                      <a:solidFill>
                        <a:srgbClr val="D7E0E6"/>
                      </a:solidFill>
                      <a:prstDash val="solid"/>
                    </a:lnR>
                    <a:lnB w="5715">
                      <a:solidFill>
                        <a:srgbClr val="D7E0E6"/>
                      </a:solidFill>
                      <a:prstDash val="solid"/>
                    </a:lnB>
                    <a:solidFill>
                      <a:srgbClr val="FFFFFF"/>
                    </a:solidFill>
                  </a:tcPr>
                </a:tc>
                <a:tc>
                  <a:txBody>
                    <a:bodyPr/>
                    <a:lstStyle/>
                    <a:p>
                      <a:r>
                        <a:rPr sz="1875" b="0">
                          <a:solidFill>
                            <a:srgbClr val="152D43"/>
                          </a:solidFill>
                          <a:latin typeface="Arial"/>
                          <a:ea typeface="Arial"/>
                          <a:cs typeface="Arial"/>
                        </a:rPr>
                        <a:t>Volumen de actividad</a:t>
                      </a:r>
                    </a:p>
                  </a:txBody>
                  <a:tcPr marL="171450" marR="171450" marT="142875" marB="114300" anchor="ctr">
                    <a:lnR w="5715">
                      <a:solidFill>
                        <a:srgbClr val="D7E0E6"/>
                      </a:solidFill>
                      <a:prstDash val="solid"/>
                    </a:lnR>
                    <a:lnB w="5715">
                      <a:solidFill>
                        <a:srgbClr val="D7E0E6"/>
                      </a:solidFill>
                      <a:prstDash val="solid"/>
                    </a:lnB>
                    <a:solidFill>
                      <a:srgbClr val="FFFFFF"/>
                    </a:solidFill>
                  </a:tcPr>
                </a:tc>
                <a:tc>
                  <a:txBody>
                    <a:bodyPr/>
                    <a:lstStyle/>
                    <a:p>
                      <a:r>
                        <a:rPr sz="1875" b="0">
                          <a:solidFill>
                            <a:srgbClr val="152D43"/>
                          </a:solidFill>
                          <a:latin typeface="Arial"/>
                          <a:ea typeface="Arial"/>
                          <a:cs typeface="Arial"/>
                        </a:rPr>
                        <a:t>Picos y períodos de poco uso</a:t>
                      </a:r>
                    </a:p>
                  </a:txBody>
                  <a:tcPr marL="171450" marR="171450" marT="142875" marB="114300" anchor="ctr">
                    <a:lnR w="5715">
                      <a:solidFill>
                        <a:srgbClr val="D7E0E6"/>
                      </a:solidFill>
                      <a:prstDash val="solid"/>
                    </a:lnR>
                    <a:lnB w="5715">
                      <a:solidFill>
                        <a:srgbClr val="D7E0E6"/>
                      </a:solidFill>
                      <a:prstDash val="solid"/>
                    </a:lnB>
                    <a:solidFill>
                      <a:srgbClr val="FFFFFF"/>
                    </a:solidFill>
                  </a:tcPr>
                </a:tc>
              </a:tr>
              <a:tr h="828675">
                <a:tc>
                  <a:txBody>
                    <a:bodyPr/>
                    <a:lstStyle/>
                    <a:p>
                      <a:r>
                        <a:rPr sz="1875" b="0">
                          <a:solidFill>
                            <a:srgbClr val="152D43"/>
                          </a:solidFill>
                          <a:latin typeface="Arial"/>
                          <a:ea typeface="Arial"/>
                          <a:cs typeface="Arial"/>
                        </a:rPr>
                        <a:t>Tiempo en BD</a:t>
                      </a:r>
                    </a:p>
                  </a:txBody>
                  <a:tcPr marL="171450" marR="171450" marT="142875" marB="114300" anchor="ctr">
                    <a:lnL w="5715">
                      <a:solidFill>
                        <a:srgbClr val="D7E0E6"/>
                      </a:solidFill>
                      <a:prstDash val="solid"/>
                    </a:lnL>
                    <a:lnR w="5715">
                      <a:solidFill>
                        <a:srgbClr val="D7E0E6"/>
                      </a:solidFill>
                      <a:prstDash val="solid"/>
                    </a:lnR>
                    <a:lnB w="5715">
                      <a:solidFill>
                        <a:srgbClr val="D7E0E6"/>
                      </a:solidFill>
                      <a:prstDash val="solid"/>
                    </a:lnB>
                    <a:solidFill>
                      <a:srgbClr val="EFF3F5"/>
                    </a:solidFill>
                  </a:tcPr>
                </a:tc>
                <a:tc>
                  <a:txBody>
                    <a:bodyPr/>
                    <a:lstStyle/>
                    <a:p>
                      <a:r>
                        <a:rPr sz="1875" b="0">
                          <a:solidFill>
                            <a:srgbClr val="152D43"/>
                          </a:solidFill>
                          <a:latin typeface="Arial"/>
                          <a:ea typeface="Arial"/>
                          <a:cs typeface="Arial"/>
                        </a:rPr>
                        <a:t>Consultas desde la API</a:t>
                      </a:r>
                    </a:p>
                  </a:txBody>
                  <a:tcPr marL="171450" marR="171450" marT="142875" marB="114300" anchor="ctr">
                    <a:lnR w="5715">
                      <a:solidFill>
                        <a:srgbClr val="D7E0E6"/>
                      </a:solidFill>
                      <a:prstDash val="solid"/>
                    </a:lnR>
                    <a:lnB w="5715">
                      <a:solidFill>
                        <a:srgbClr val="D7E0E6"/>
                      </a:solidFill>
                      <a:prstDash val="solid"/>
                    </a:lnB>
                    <a:solidFill>
                      <a:srgbClr val="EFF3F5"/>
                    </a:solidFill>
                  </a:tcPr>
                </a:tc>
                <a:tc>
                  <a:txBody>
                    <a:bodyPr/>
                    <a:lstStyle/>
                    <a:p>
                      <a:r>
                        <a:rPr sz="1875" b="0">
                          <a:solidFill>
                            <a:srgbClr val="152D43"/>
                          </a:solidFill>
                          <a:latin typeface="Arial"/>
                          <a:ea typeface="Arial"/>
                          <a:cs typeface="Arial"/>
                        </a:rPr>
                        <a:t>Operaciones lentas</a:t>
                      </a:r>
                    </a:p>
                  </a:txBody>
                  <a:tcPr marL="171450" marR="171450" marT="142875" marB="114300" anchor="ctr">
                    <a:lnR w="5715">
                      <a:solidFill>
                        <a:srgbClr val="D7E0E6"/>
                      </a:solidFill>
                      <a:prstDash val="solid"/>
                    </a:lnR>
                    <a:lnB w="5715">
                      <a:solidFill>
                        <a:srgbClr val="D7E0E6"/>
                      </a:solidFill>
                      <a:prstDash val="solid"/>
                    </a:lnB>
                    <a:solidFill>
                      <a:srgbClr val="EFF3F5"/>
                    </a:solidFill>
                  </a:tcPr>
                </a:tc>
              </a:tr>
            </a:tbl>
          </a:graphicData>
        </a:graphic>
      </p:graphicFrame>
      <p:sp>
        <p:nvSpPr>
          <p:cNvPr id="5" name="El panel comenzará sin valores hasta recibir tráfico real.">
            <a:extLst xmlns:a="http://schemas.openxmlformats.org/drawingml/2006/main">
              <a:ext uri="{FF2B5EF4-FFF2-40B4-BE49-F238E27FC236}">
                <a16:creationId xmlns:a16="http://schemas.microsoft.com/office/drawing/2014/main" id="{EEA03D6A-FB0E-4516-8C09-E74ADBF3461A}"/>
              </a:ext>
            </a:extLst>
          </p:cNvPr>
          <p:cNvSpPr>
            <a:spLocks xmlns:a="http://schemas.openxmlformats.org/drawingml/2006/main" noGrp="1"/>
          </p:cNvSpPr>
          <p:nvPr/>
        </p:nvSpPr>
        <p:spPr>
          <a:xfrm xmlns:a="http://schemas.openxmlformats.org/drawingml/2006/main">
            <a:off x="685800" y="583882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087E74"/>
                </a:solidFill>
                <a:latin typeface="Arial"/>
                <a:ea typeface="Arial"/>
                <a:cs typeface="Arial"/>
              </a:defRPr>
            </a:defPPr>
            <a:lvl1pPr>
              <a:defRPr sz="1800" b="1">
                <a:solidFill>
                  <a:srgbClr val="087E74"/>
                </a:solidFill>
                <a:latin typeface="Arial"/>
                <a:ea typeface="Arial"/>
                <a:cs typeface="Arial"/>
              </a:defRPr>
            </a:lvl1pPr>
            <a:lvl2pPr>
              <a:defRPr sz="1800" b="1">
                <a:solidFill>
                  <a:srgbClr val="087E74"/>
                </a:solidFill>
                <a:latin typeface="Arial"/>
                <a:ea typeface="Arial"/>
                <a:cs typeface="Arial"/>
              </a:defRPr>
            </a:lvl2pPr>
            <a:lvl3pPr>
              <a:defRPr sz="1800" b="1">
                <a:solidFill>
                  <a:srgbClr val="087E74"/>
                </a:solidFill>
                <a:latin typeface="Arial"/>
                <a:ea typeface="Arial"/>
                <a:cs typeface="Arial"/>
              </a:defRPr>
            </a:lvl3pPr>
            <a:lvl4pPr>
              <a:defRPr sz="1800" b="1">
                <a:solidFill>
                  <a:srgbClr val="087E74"/>
                </a:solidFill>
                <a:latin typeface="Arial"/>
                <a:ea typeface="Arial"/>
                <a:cs typeface="Arial"/>
              </a:defRPr>
            </a:lvl4pPr>
            <a:lvl5pPr>
              <a:defRPr sz="1800" b="1">
                <a:solidFill>
                  <a:srgbClr val="087E74"/>
                </a:solidFill>
                <a:latin typeface="Arial"/>
                <a:ea typeface="Arial"/>
                <a:cs typeface="Arial"/>
              </a:defRPr>
            </a:lvl5pPr>
            <a:lvl6pPr>
              <a:defRPr sz="1800" b="1">
                <a:solidFill>
                  <a:srgbClr val="087E74"/>
                </a:solidFill>
                <a:latin typeface="Arial"/>
                <a:ea typeface="Arial"/>
                <a:cs typeface="Arial"/>
              </a:defRPr>
            </a:lvl6pPr>
            <a:lvl7pPr>
              <a:defRPr sz="1800" b="1">
                <a:solidFill>
                  <a:srgbClr val="087E74"/>
                </a:solidFill>
                <a:latin typeface="Arial"/>
                <a:ea typeface="Arial"/>
                <a:cs typeface="Arial"/>
              </a:defRPr>
            </a:lvl7pPr>
            <a:lvl8pPr>
              <a:defRPr sz="1800" b="1">
                <a:solidFill>
                  <a:srgbClr val="087E74"/>
                </a:solidFill>
                <a:latin typeface="Arial"/>
                <a:ea typeface="Arial"/>
                <a:cs typeface="Arial"/>
              </a:defRPr>
            </a:lvl8pPr>
            <a:lvl9pPr>
              <a:defRPr sz="1800" b="1">
                <a:solidFill>
                  <a:srgbClr val="087E74"/>
                </a:solidFill>
                <a:latin typeface="Arial"/>
                <a:ea typeface="Arial"/>
                <a:cs typeface="Arial"/>
              </a:defRPr>
            </a:lvl9pPr>
          </a:lstStyle>
          <a:p xmlns:a="http://schemas.openxmlformats.org/drawingml/2006/main">
            <a:pPr>
              <a:defRPr sz="1800" b="1">
                <a:solidFill>
                  <a:srgbClr val="087E74"/>
                </a:solidFill>
                <a:latin typeface="Arial"/>
                <a:ea typeface="Arial"/>
                <a:cs typeface="Arial"/>
              </a:defRPr>
            </a:pPr>
            <a:r>
              <a:rPr sz="1800" b="1">
                <a:solidFill>
                  <a:srgbClr val="087E74"/>
                </a:solidFill>
                <a:latin typeface="Arial"/>
                <a:ea typeface="Arial"/>
                <a:cs typeface="Arial"/>
              </a:rPr>
              <a:t>El panel comenzará sin valores hasta recibir tráfico real.</a:t>
            </a:r>
          </a:p>
        </p:txBody>
      </p:sp>
    </p:spTree>
    <p:extLst>
      <p:ext uri="{BB962C8B-B14F-4D97-AF65-F5344CB8AC3E}">
        <p14:creationId xmlns:p14="http://schemas.microsoft.com/office/powerpoint/2010/main" val="142102244"/>
      </p:ext>
    </p:extLst>
  </p:cSld>
</p:sld>
</file>

<file path=ppt/slides/slide8.xml><?xml version="1.0" encoding="utf-8"?>
<p:sld xmlns:p="http://schemas.openxmlformats.org/presentationml/2006/main">
  <p:cSld>
    <p:bg>
      <p:bgPr>
        <a:solidFill xmlns:a="http://schemas.openxmlformats.org/drawingml/2006/main">
          <a:srgbClr val="0B233F"/>
        </a:solidFill>
      </p:bgPr>
    </p:bg>
    <p:spTree>
      <p:nvGrpSpPr>
        <p:cNvPr id="1" name=""/>
        <p:cNvGrpSpPr/>
        <p:nvPr/>
      </p:nvGrpSpPr>
      <p:grpSpPr>
        <a:xfrm xmlns:a="http://schemas.openxmlformats.org/drawingml/2006/main"/>
      </p:grpSpPr>
      <p:sp>
        <p:nvSpPr>
          <p:cNvPr id="11" name="Consulta del tiempo de respuesta">
            <a:extLst xmlns:a="http://schemas.openxmlformats.org/drawingml/2006/main">
              <a:ext uri="{FF2B5EF4-FFF2-40B4-BE49-F238E27FC236}">
                <a16:creationId xmlns:a16="http://schemas.microsoft.com/office/drawing/2014/main" id="{958E2640-4D9D-4E93-98DA-F502803736CD}"/>
              </a:ext>
            </a:extLst>
          </p:cNvPr>
          <p:cNvSpPr>
            <a:spLocks xmlns:a="http://schemas.openxmlformats.org/drawingml/2006/main" noGrp="1"/>
          </p:cNvSpPr>
          <p:nvPr/>
        </p:nvSpPr>
        <p:spPr>
          <a:xfrm xmlns:a="http://schemas.openxmlformats.org/drawingml/2006/main">
            <a:off x="685800" y="523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FFFFF"/>
                </a:solidFill>
                <a:latin typeface="Arial"/>
                <a:ea typeface="Arial"/>
                <a:cs typeface="Arial"/>
              </a:defRPr>
            </a:defPPr>
            <a:lvl1pPr>
              <a:defRPr sz="3600" b="1">
                <a:solidFill>
                  <a:srgbClr val="FFFFFF"/>
                </a:solidFill>
                <a:latin typeface="Arial"/>
                <a:ea typeface="Arial"/>
                <a:cs typeface="Arial"/>
              </a:defRPr>
            </a:lvl1pPr>
            <a:lvl2pPr>
              <a:defRPr sz="3600" b="1">
                <a:solidFill>
                  <a:srgbClr val="FFFFFF"/>
                </a:solidFill>
                <a:latin typeface="Arial"/>
                <a:ea typeface="Arial"/>
                <a:cs typeface="Arial"/>
              </a:defRPr>
            </a:lvl2pPr>
            <a:lvl3pPr>
              <a:defRPr sz="3600" b="1">
                <a:solidFill>
                  <a:srgbClr val="FFFFFF"/>
                </a:solidFill>
                <a:latin typeface="Arial"/>
                <a:ea typeface="Arial"/>
                <a:cs typeface="Arial"/>
              </a:defRPr>
            </a:lvl3pPr>
            <a:lvl4pPr>
              <a:defRPr sz="3600" b="1">
                <a:solidFill>
                  <a:srgbClr val="FFFFFF"/>
                </a:solidFill>
                <a:latin typeface="Arial"/>
                <a:ea typeface="Arial"/>
                <a:cs typeface="Arial"/>
              </a:defRPr>
            </a:lvl4pPr>
            <a:lvl5pPr>
              <a:defRPr sz="3600" b="1">
                <a:solidFill>
                  <a:srgbClr val="FFFFFF"/>
                </a:solidFill>
                <a:latin typeface="Arial"/>
                <a:ea typeface="Arial"/>
                <a:cs typeface="Arial"/>
              </a:defRPr>
            </a:lvl5pPr>
            <a:lvl6pPr>
              <a:defRPr sz="3600" b="1">
                <a:solidFill>
                  <a:srgbClr val="FFFFFF"/>
                </a:solidFill>
                <a:latin typeface="Arial"/>
                <a:ea typeface="Arial"/>
                <a:cs typeface="Arial"/>
              </a:defRPr>
            </a:lvl6pPr>
            <a:lvl7pPr>
              <a:defRPr sz="3600" b="1">
                <a:solidFill>
                  <a:srgbClr val="FFFFFF"/>
                </a:solidFill>
                <a:latin typeface="Arial"/>
                <a:ea typeface="Arial"/>
                <a:cs typeface="Arial"/>
              </a:defRPr>
            </a:lvl7pPr>
            <a:lvl8pPr>
              <a:defRPr sz="3600" b="1">
                <a:solidFill>
                  <a:srgbClr val="FFFFFF"/>
                </a:solidFill>
                <a:latin typeface="Arial"/>
                <a:ea typeface="Arial"/>
                <a:cs typeface="Arial"/>
              </a:defRPr>
            </a:lvl8pPr>
            <a:lvl9pPr>
              <a:defRPr sz="3600" b="1">
                <a:solidFill>
                  <a:srgbClr val="FFFFFF"/>
                </a:solidFill>
                <a:latin typeface="Arial"/>
                <a:ea typeface="Arial"/>
                <a:cs typeface="Arial"/>
              </a:defRPr>
            </a:lvl9pPr>
          </a:lstStyle>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Consulta del tiempo de respuesta</a:t>
            </a:r>
          </a:p>
        </p:txBody>
      </p:sp>
      <p:sp>
        <p:nvSpPr>
          <p:cNvPr id="2" name="Stock-Quest">
            <a:extLst xmlns:a="http://schemas.openxmlformats.org/drawingml/2006/main">
              <a:ext uri="{FF2B5EF4-FFF2-40B4-BE49-F238E27FC236}">
                <a16:creationId xmlns:a16="http://schemas.microsoft.com/office/drawing/2014/main" id="{9747ED68-DB71-4B9B-8E44-B5DE82BEB94D}"/>
              </a:ext>
            </a:extLst>
          </p:cNvPr>
          <p:cNvSpPr>
            <a:spLocks xmlns:a="http://schemas.openxmlformats.org/drawingml/2006/main" noGrp="1"/>
          </p:cNvSpPr>
          <p:nvPr/>
        </p:nvSpPr>
        <p:spPr>
          <a:xfrm xmlns:a="http://schemas.openxmlformats.org/drawingml/2006/main">
            <a:off x="685800" y="6448425"/>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2C1CF"/>
                </a:solidFill>
                <a:latin typeface="Arial"/>
                <a:ea typeface="Arial"/>
                <a:cs typeface="Arial"/>
              </a:defRPr>
            </a:defPPr>
            <a:lvl1pPr>
              <a:defRPr sz="1200" b="0">
                <a:solidFill>
                  <a:srgbClr val="B2C1CF"/>
                </a:solidFill>
                <a:latin typeface="Arial"/>
                <a:ea typeface="Arial"/>
                <a:cs typeface="Arial"/>
              </a:defRPr>
            </a:lvl1pPr>
            <a:lvl2pPr>
              <a:defRPr sz="1200" b="0">
                <a:solidFill>
                  <a:srgbClr val="B2C1CF"/>
                </a:solidFill>
                <a:latin typeface="Arial"/>
                <a:ea typeface="Arial"/>
                <a:cs typeface="Arial"/>
              </a:defRPr>
            </a:lvl2pPr>
            <a:lvl3pPr>
              <a:defRPr sz="1200" b="0">
                <a:solidFill>
                  <a:srgbClr val="B2C1CF"/>
                </a:solidFill>
                <a:latin typeface="Arial"/>
                <a:ea typeface="Arial"/>
                <a:cs typeface="Arial"/>
              </a:defRPr>
            </a:lvl3pPr>
            <a:lvl4pPr>
              <a:defRPr sz="1200" b="0">
                <a:solidFill>
                  <a:srgbClr val="B2C1CF"/>
                </a:solidFill>
                <a:latin typeface="Arial"/>
                <a:ea typeface="Arial"/>
                <a:cs typeface="Arial"/>
              </a:defRPr>
            </a:lvl4pPr>
            <a:lvl5pPr>
              <a:defRPr sz="1200" b="0">
                <a:solidFill>
                  <a:srgbClr val="B2C1CF"/>
                </a:solidFill>
                <a:latin typeface="Arial"/>
                <a:ea typeface="Arial"/>
                <a:cs typeface="Arial"/>
              </a:defRPr>
            </a:lvl5pPr>
            <a:lvl6pPr>
              <a:defRPr sz="1200" b="0">
                <a:solidFill>
                  <a:srgbClr val="B2C1CF"/>
                </a:solidFill>
                <a:latin typeface="Arial"/>
                <a:ea typeface="Arial"/>
                <a:cs typeface="Arial"/>
              </a:defRPr>
            </a:lvl6pPr>
            <a:lvl7pPr>
              <a:defRPr sz="1200" b="0">
                <a:solidFill>
                  <a:srgbClr val="B2C1CF"/>
                </a:solidFill>
                <a:latin typeface="Arial"/>
                <a:ea typeface="Arial"/>
                <a:cs typeface="Arial"/>
              </a:defRPr>
            </a:lvl7pPr>
            <a:lvl8pPr>
              <a:defRPr sz="1200" b="0">
                <a:solidFill>
                  <a:srgbClr val="B2C1CF"/>
                </a:solidFill>
                <a:latin typeface="Arial"/>
                <a:ea typeface="Arial"/>
                <a:cs typeface="Arial"/>
              </a:defRPr>
            </a:lvl8pPr>
            <a:lvl9pPr>
              <a:defRPr sz="1200" b="0">
                <a:solidFill>
                  <a:srgbClr val="B2C1CF"/>
                </a:solidFill>
                <a:latin typeface="Arial"/>
                <a:ea typeface="Arial"/>
                <a:cs typeface="Arial"/>
              </a:defRPr>
            </a:lvl9pPr>
          </a:lstStyle>
          <a:p xmlns:a="http://schemas.openxmlformats.org/drawingml/2006/main">
            <a:pPr>
              <a:defRPr sz="1200" b="0">
                <a:solidFill>
                  <a:srgbClr val="B2C1CF"/>
                </a:solidFill>
                <a:latin typeface="Arial"/>
                <a:ea typeface="Arial"/>
                <a:cs typeface="Arial"/>
              </a:defRPr>
            </a:pPr>
            <a:r>
              <a:rPr sz="1200" b="0">
                <a:solidFill>
                  <a:srgbClr val="B2C1CF"/>
                </a:solidFill>
                <a:latin typeface="Arial"/>
                <a:ea typeface="Arial"/>
                <a:cs typeface="Arial"/>
              </a:rPr>
              <a:t>Stock-Quest</a:t>
            </a:r>
          </a:p>
        </p:txBody>
      </p:sp>
      <p:sp>
        <p:nvSpPr>
          <p:cNvPr id="3" name="08">
            <a:extLst xmlns:a="http://schemas.openxmlformats.org/drawingml/2006/main">
              <a:ext uri="{FF2B5EF4-FFF2-40B4-BE49-F238E27FC236}">
                <a16:creationId xmlns:a16="http://schemas.microsoft.com/office/drawing/2014/main" id="{9574ED03-0A9A-40EF-B885-C23C229DC956}"/>
              </a:ext>
            </a:extLst>
          </p:cNvPr>
          <p:cNvSpPr>
            <a:spLocks xmlns:a="http://schemas.openxmlformats.org/drawingml/2006/main" noGrp="1"/>
          </p:cNvSpPr>
          <p:nvPr/>
        </p:nvSpPr>
        <p:spPr>
          <a:xfrm xmlns:a="http://schemas.openxmlformats.org/drawingml/2006/main">
            <a:off x="11144250" y="64484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2C1CF"/>
                </a:solidFill>
                <a:latin typeface="Arial"/>
                <a:ea typeface="Arial"/>
                <a:cs typeface="Arial"/>
              </a:defRPr>
            </a:defPPr>
            <a:lvl1pPr>
              <a:defRPr sz="1200" b="0">
                <a:solidFill>
                  <a:srgbClr val="B2C1CF"/>
                </a:solidFill>
                <a:latin typeface="Arial"/>
                <a:ea typeface="Arial"/>
                <a:cs typeface="Arial"/>
              </a:defRPr>
            </a:lvl1pPr>
            <a:lvl2pPr>
              <a:defRPr sz="1200" b="0">
                <a:solidFill>
                  <a:srgbClr val="B2C1CF"/>
                </a:solidFill>
                <a:latin typeface="Arial"/>
                <a:ea typeface="Arial"/>
                <a:cs typeface="Arial"/>
              </a:defRPr>
            </a:lvl2pPr>
            <a:lvl3pPr>
              <a:defRPr sz="1200" b="0">
                <a:solidFill>
                  <a:srgbClr val="B2C1CF"/>
                </a:solidFill>
                <a:latin typeface="Arial"/>
                <a:ea typeface="Arial"/>
                <a:cs typeface="Arial"/>
              </a:defRPr>
            </a:lvl3pPr>
            <a:lvl4pPr>
              <a:defRPr sz="1200" b="0">
                <a:solidFill>
                  <a:srgbClr val="B2C1CF"/>
                </a:solidFill>
                <a:latin typeface="Arial"/>
                <a:ea typeface="Arial"/>
                <a:cs typeface="Arial"/>
              </a:defRPr>
            </a:lvl4pPr>
            <a:lvl5pPr>
              <a:defRPr sz="1200" b="0">
                <a:solidFill>
                  <a:srgbClr val="B2C1CF"/>
                </a:solidFill>
                <a:latin typeface="Arial"/>
                <a:ea typeface="Arial"/>
                <a:cs typeface="Arial"/>
              </a:defRPr>
            </a:lvl5pPr>
            <a:lvl6pPr>
              <a:defRPr sz="1200" b="0">
                <a:solidFill>
                  <a:srgbClr val="B2C1CF"/>
                </a:solidFill>
                <a:latin typeface="Arial"/>
                <a:ea typeface="Arial"/>
                <a:cs typeface="Arial"/>
              </a:defRPr>
            </a:lvl6pPr>
            <a:lvl7pPr>
              <a:defRPr sz="1200" b="0">
                <a:solidFill>
                  <a:srgbClr val="B2C1CF"/>
                </a:solidFill>
                <a:latin typeface="Arial"/>
                <a:ea typeface="Arial"/>
                <a:cs typeface="Arial"/>
              </a:defRPr>
            </a:lvl7pPr>
            <a:lvl8pPr>
              <a:defRPr sz="1200" b="0">
                <a:solidFill>
                  <a:srgbClr val="B2C1CF"/>
                </a:solidFill>
                <a:latin typeface="Arial"/>
                <a:ea typeface="Arial"/>
                <a:cs typeface="Arial"/>
              </a:defRPr>
            </a:lvl8pPr>
            <a:lvl9pPr>
              <a:defRPr sz="1200" b="0">
                <a:solidFill>
                  <a:srgbClr val="B2C1CF"/>
                </a:solidFill>
                <a:latin typeface="Arial"/>
                <a:ea typeface="Arial"/>
                <a:cs typeface="Arial"/>
              </a:defRPr>
            </a:lvl9pPr>
          </a:lstStyle>
          <a:p xmlns:a="http://schemas.openxmlformats.org/drawingml/2006/main">
            <a:pPr>
              <a:defRPr sz="1200" b="0">
                <a:solidFill>
                  <a:srgbClr val="B2C1CF"/>
                </a:solidFill>
                <a:latin typeface="Arial"/>
                <a:ea typeface="Arial"/>
                <a:cs typeface="Arial"/>
              </a:defRPr>
            </a:pPr>
            <a:r>
              <a:rPr sz="1200" b="0">
                <a:solidFill>
                  <a:srgbClr val="B2C1CF"/>
                </a:solidFill>
                <a:latin typeface="Arial"/>
                <a:ea typeface="Arial"/>
                <a:cs typeface="Arial"/>
              </a:rPr>
              <a:t>08</a:t>
            </a:r>
          </a:p>
        </p:txBody>
      </p:sp>
      <p:sp>
        <p:nvSpPr>
          <p:cNvPr id="4" name="Ejemplo NRQL para el panel de la API">
            <a:extLst xmlns:a="http://schemas.openxmlformats.org/drawingml/2006/main">
              <a:ext uri="{FF2B5EF4-FFF2-40B4-BE49-F238E27FC236}">
                <a16:creationId xmlns:a16="http://schemas.microsoft.com/office/drawing/2014/main" id="{B490B376-05D5-4ED9-AE38-A5201F12758C}"/>
              </a:ext>
            </a:extLst>
          </p:cNvPr>
          <p:cNvSpPr>
            <a:spLocks xmlns:a="http://schemas.openxmlformats.org/drawingml/2006/main" noGrp="1"/>
          </p:cNvSpPr>
          <p:nvPr/>
        </p:nvSpPr>
        <p:spPr>
          <a:xfrm xmlns:a="http://schemas.openxmlformats.org/drawingml/2006/main">
            <a:off x="685800" y="17240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Ejemplo NRQL para el panel de la API</a:t>
            </a:r>
          </a:p>
        </p:txBody>
      </p:sp>
      <p:sp>
        <p:nvSpPr>
          <p:cNvPr id="5" name="FROM Transaction">
            <a:extLst xmlns:a="http://schemas.openxmlformats.org/drawingml/2006/main">
              <a:ext uri="{FF2B5EF4-FFF2-40B4-BE49-F238E27FC236}">
                <a16:creationId xmlns:a16="http://schemas.microsoft.com/office/drawing/2014/main" id="{183A9F07-03C4-480E-8698-332755C1A3FF}"/>
              </a:ext>
            </a:extLst>
          </p:cNvPr>
          <p:cNvSpPr>
            <a:spLocks xmlns:a="http://schemas.openxmlformats.org/drawingml/2006/main" noGrp="1"/>
          </p:cNvSpPr>
          <p:nvPr/>
        </p:nvSpPr>
        <p:spPr>
          <a:xfrm xmlns:a="http://schemas.openxmlformats.org/drawingml/2006/main">
            <a:off x="685800" y="24003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D9E3EA"/>
                </a:solidFill>
                <a:latin typeface="Consolas"/>
                <a:ea typeface="Consolas"/>
                <a:cs typeface="Consolas"/>
              </a:defRPr>
            </a:defPPr>
            <a:lvl1pPr>
              <a:defRPr sz="2400" b="0">
                <a:solidFill>
                  <a:srgbClr val="D9E3EA"/>
                </a:solidFill>
                <a:latin typeface="Consolas"/>
                <a:ea typeface="Consolas"/>
                <a:cs typeface="Consolas"/>
              </a:defRPr>
            </a:lvl1pPr>
            <a:lvl2pPr>
              <a:defRPr sz="2400" b="0">
                <a:solidFill>
                  <a:srgbClr val="D9E3EA"/>
                </a:solidFill>
                <a:latin typeface="Consolas"/>
                <a:ea typeface="Consolas"/>
                <a:cs typeface="Consolas"/>
              </a:defRPr>
            </a:lvl2pPr>
            <a:lvl3pPr>
              <a:defRPr sz="2400" b="0">
                <a:solidFill>
                  <a:srgbClr val="D9E3EA"/>
                </a:solidFill>
                <a:latin typeface="Consolas"/>
                <a:ea typeface="Consolas"/>
                <a:cs typeface="Consolas"/>
              </a:defRPr>
            </a:lvl3pPr>
            <a:lvl4pPr>
              <a:defRPr sz="2400" b="0">
                <a:solidFill>
                  <a:srgbClr val="D9E3EA"/>
                </a:solidFill>
                <a:latin typeface="Consolas"/>
                <a:ea typeface="Consolas"/>
                <a:cs typeface="Consolas"/>
              </a:defRPr>
            </a:lvl4pPr>
            <a:lvl5pPr>
              <a:defRPr sz="2400" b="0">
                <a:solidFill>
                  <a:srgbClr val="D9E3EA"/>
                </a:solidFill>
                <a:latin typeface="Consolas"/>
                <a:ea typeface="Consolas"/>
                <a:cs typeface="Consolas"/>
              </a:defRPr>
            </a:lvl5pPr>
            <a:lvl6pPr>
              <a:defRPr sz="2400" b="0">
                <a:solidFill>
                  <a:srgbClr val="D9E3EA"/>
                </a:solidFill>
                <a:latin typeface="Consolas"/>
                <a:ea typeface="Consolas"/>
                <a:cs typeface="Consolas"/>
              </a:defRPr>
            </a:lvl6pPr>
            <a:lvl7pPr>
              <a:defRPr sz="2400" b="0">
                <a:solidFill>
                  <a:srgbClr val="D9E3EA"/>
                </a:solidFill>
                <a:latin typeface="Consolas"/>
                <a:ea typeface="Consolas"/>
                <a:cs typeface="Consolas"/>
              </a:defRPr>
            </a:lvl7pPr>
            <a:lvl8pPr>
              <a:defRPr sz="2400" b="0">
                <a:solidFill>
                  <a:srgbClr val="D9E3EA"/>
                </a:solidFill>
                <a:latin typeface="Consolas"/>
                <a:ea typeface="Consolas"/>
                <a:cs typeface="Consolas"/>
              </a:defRPr>
            </a:lvl8pPr>
            <a:lvl9pPr>
              <a:defRPr sz="2400" b="0">
                <a:solidFill>
                  <a:srgbClr val="D9E3EA"/>
                </a:solidFill>
                <a:latin typeface="Consolas"/>
                <a:ea typeface="Consolas"/>
                <a:cs typeface="Consolas"/>
              </a:defRPr>
            </a:lvl9pPr>
          </a:lstStyle>
          <a:p xmlns:a="http://schemas.openxmlformats.org/drawingml/2006/main">
            <a:pPr>
              <a:defRPr sz="2400" b="0">
                <a:solidFill>
                  <a:srgbClr val="D9E3EA"/>
                </a:solidFill>
                <a:latin typeface="Consolas"/>
                <a:ea typeface="Consolas"/>
                <a:cs typeface="Consolas"/>
              </a:defRPr>
            </a:pPr>
            <a:r>
              <a:rPr sz="2400" b="0">
                <a:solidFill>
                  <a:srgbClr val="D9E3EA"/>
                </a:solidFill>
                <a:latin typeface="Consolas"/>
                <a:ea typeface="Consolas"/>
                <a:cs typeface="Consolas"/>
              </a:rPr>
              <a:t>FROM Transaction</a:t>
            </a:r>
          </a:p>
        </p:txBody>
      </p:sp>
      <p:sp>
        <p:nvSpPr>
          <p:cNvPr id="6" name="SELECT percentile(duration, 95)">
            <a:extLst xmlns:a="http://schemas.openxmlformats.org/drawingml/2006/main">
              <a:ext uri="{FF2B5EF4-FFF2-40B4-BE49-F238E27FC236}">
                <a16:creationId xmlns:a16="http://schemas.microsoft.com/office/drawing/2014/main" id="{A97031BE-8B5A-452D-8DE2-DB952EB60183}"/>
              </a:ext>
            </a:extLst>
          </p:cNvPr>
          <p:cNvSpPr>
            <a:spLocks xmlns:a="http://schemas.openxmlformats.org/drawingml/2006/main" noGrp="1"/>
          </p:cNvSpPr>
          <p:nvPr/>
        </p:nvSpPr>
        <p:spPr>
          <a:xfrm xmlns:a="http://schemas.openxmlformats.org/drawingml/2006/main">
            <a:off x="685800" y="286702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2A443"/>
                </a:solidFill>
                <a:latin typeface="Consolas"/>
                <a:ea typeface="Consolas"/>
                <a:cs typeface="Consolas"/>
              </a:defRPr>
            </a:defPPr>
            <a:lvl1pPr>
              <a:defRPr sz="2400" b="0">
                <a:solidFill>
                  <a:srgbClr val="F2A443"/>
                </a:solidFill>
                <a:latin typeface="Consolas"/>
                <a:ea typeface="Consolas"/>
                <a:cs typeface="Consolas"/>
              </a:defRPr>
            </a:lvl1pPr>
            <a:lvl2pPr>
              <a:defRPr sz="2400" b="0">
                <a:solidFill>
                  <a:srgbClr val="F2A443"/>
                </a:solidFill>
                <a:latin typeface="Consolas"/>
                <a:ea typeface="Consolas"/>
                <a:cs typeface="Consolas"/>
              </a:defRPr>
            </a:lvl2pPr>
            <a:lvl3pPr>
              <a:defRPr sz="2400" b="0">
                <a:solidFill>
                  <a:srgbClr val="F2A443"/>
                </a:solidFill>
                <a:latin typeface="Consolas"/>
                <a:ea typeface="Consolas"/>
                <a:cs typeface="Consolas"/>
              </a:defRPr>
            </a:lvl3pPr>
            <a:lvl4pPr>
              <a:defRPr sz="2400" b="0">
                <a:solidFill>
                  <a:srgbClr val="F2A443"/>
                </a:solidFill>
                <a:latin typeface="Consolas"/>
                <a:ea typeface="Consolas"/>
                <a:cs typeface="Consolas"/>
              </a:defRPr>
            </a:lvl4pPr>
            <a:lvl5pPr>
              <a:defRPr sz="2400" b="0">
                <a:solidFill>
                  <a:srgbClr val="F2A443"/>
                </a:solidFill>
                <a:latin typeface="Consolas"/>
                <a:ea typeface="Consolas"/>
                <a:cs typeface="Consolas"/>
              </a:defRPr>
            </a:lvl5pPr>
            <a:lvl6pPr>
              <a:defRPr sz="2400" b="0">
                <a:solidFill>
                  <a:srgbClr val="F2A443"/>
                </a:solidFill>
                <a:latin typeface="Consolas"/>
                <a:ea typeface="Consolas"/>
                <a:cs typeface="Consolas"/>
              </a:defRPr>
            </a:lvl6pPr>
            <a:lvl7pPr>
              <a:defRPr sz="2400" b="0">
                <a:solidFill>
                  <a:srgbClr val="F2A443"/>
                </a:solidFill>
                <a:latin typeface="Consolas"/>
                <a:ea typeface="Consolas"/>
                <a:cs typeface="Consolas"/>
              </a:defRPr>
            </a:lvl7pPr>
            <a:lvl8pPr>
              <a:defRPr sz="2400" b="0">
                <a:solidFill>
                  <a:srgbClr val="F2A443"/>
                </a:solidFill>
                <a:latin typeface="Consolas"/>
                <a:ea typeface="Consolas"/>
                <a:cs typeface="Consolas"/>
              </a:defRPr>
            </a:lvl8pPr>
            <a:lvl9pPr>
              <a:defRPr sz="2400" b="0">
                <a:solidFill>
                  <a:srgbClr val="F2A443"/>
                </a:solidFill>
                <a:latin typeface="Consolas"/>
                <a:ea typeface="Consolas"/>
                <a:cs typeface="Consolas"/>
              </a:defRPr>
            </a:lvl9pPr>
          </a:lstStyle>
          <a:p xmlns:a="http://schemas.openxmlformats.org/drawingml/2006/main">
            <a:pPr>
              <a:defRPr sz="2400" b="0">
                <a:solidFill>
                  <a:srgbClr val="F2A443"/>
                </a:solidFill>
                <a:latin typeface="Consolas"/>
                <a:ea typeface="Consolas"/>
                <a:cs typeface="Consolas"/>
              </a:defRPr>
            </a:pPr>
            <a:r>
              <a:rPr sz="2400" b="0">
                <a:solidFill>
                  <a:srgbClr val="F2A443"/>
                </a:solidFill>
                <a:latin typeface="Consolas"/>
                <a:ea typeface="Consolas"/>
                <a:cs typeface="Consolas"/>
              </a:rPr>
              <a:t>SELECT percentile(duration, 95)</a:t>
            </a:r>
          </a:p>
        </p:txBody>
      </p:sp>
      <p:sp>
        <p:nvSpPr>
          <p:cNvPr id="7" name="WHERE appName = 'StockQuest-API'">
            <a:extLst xmlns:a="http://schemas.openxmlformats.org/drawingml/2006/main">
              <a:ext uri="{FF2B5EF4-FFF2-40B4-BE49-F238E27FC236}">
                <a16:creationId xmlns:a16="http://schemas.microsoft.com/office/drawing/2014/main" id="{E4B8AAC7-5D84-4D90-AE15-5A635E01B35B}"/>
              </a:ext>
            </a:extLst>
          </p:cNvPr>
          <p:cNvSpPr>
            <a:spLocks xmlns:a="http://schemas.openxmlformats.org/drawingml/2006/main" noGrp="1"/>
          </p:cNvSpPr>
          <p:nvPr/>
        </p:nvSpPr>
        <p:spPr>
          <a:xfrm xmlns:a="http://schemas.openxmlformats.org/drawingml/2006/main">
            <a:off x="685800" y="33337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D9E3EA"/>
                </a:solidFill>
                <a:latin typeface="Consolas"/>
                <a:ea typeface="Consolas"/>
                <a:cs typeface="Consolas"/>
              </a:defRPr>
            </a:defPPr>
            <a:lvl1pPr>
              <a:defRPr sz="2400" b="0">
                <a:solidFill>
                  <a:srgbClr val="D9E3EA"/>
                </a:solidFill>
                <a:latin typeface="Consolas"/>
                <a:ea typeface="Consolas"/>
                <a:cs typeface="Consolas"/>
              </a:defRPr>
            </a:lvl1pPr>
            <a:lvl2pPr>
              <a:defRPr sz="2400" b="0">
                <a:solidFill>
                  <a:srgbClr val="D9E3EA"/>
                </a:solidFill>
                <a:latin typeface="Consolas"/>
                <a:ea typeface="Consolas"/>
                <a:cs typeface="Consolas"/>
              </a:defRPr>
            </a:lvl2pPr>
            <a:lvl3pPr>
              <a:defRPr sz="2400" b="0">
                <a:solidFill>
                  <a:srgbClr val="D9E3EA"/>
                </a:solidFill>
                <a:latin typeface="Consolas"/>
                <a:ea typeface="Consolas"/>
                <a:cs typeface="Consolas"/>
              </a:defRPr>
            </a:lvl3pPr>
            <a:lvl4pPr>
              <a:defRPr sz="2400" b="0">
                <a:solidFill>
                  <a:srgbClr val="D9E3EA"/>
                </a:solidFill>
                <a:latin typeface="Consolas"/>
                <a:ea typeface="Consolas"/>
                <a:cs typeface="Consolas"/>
              </a:defRPr>
            </a:lvl4pPr>
            <a:lvl5pPr>
              <a:defRPr sz="2400" b="0">
                <a:solidFill>
                  <a:srgbClr val="D9E3EA"/>
                </a:solidFill>
                <a:latin typeface="Consolas"/>
                <a:ea typeface="Consolas"/>
                <a:cs typeface="Consolas"/>
              </a:defRPr>
            </a:lvl5pPr>
            <a:lvl6pPr>
              <a:defRPr sz="2400" b="0">
                <a:solidFill>
                  <a:srgbClr val="D9E3EA"/>
                </a:solidFill>
                <a:latin typeface="Consolas"/>
                <a:ea typeface="Consolas"/>
                <a:cs typeface="Consolas"/>
              </a:defRPr>
            </a:lvl6pPr>
            <a:lvl7pPr>
              <a:defRPr sz="2400" b="0">
                <a:solidFill>
                  <a:srgbClr val="D9E3EA"/>
                </a:solidFill>
                <a:latin typeface="Consolas"/>
                <a:ea typeface="Consolas"/>
                <a:cs typeface="Consolas"/>
              </a:defRPr>
            </a:lvl7pPr>
            <a:lvl8pPr>
              <a:defRPr sz="2400" b="0">
                <a:solidFill>
                  <a:srgbClr val="D9E3EA"/>
                </a:solidFill>
                <a:latin typeface="Consolas"/>
                <a:ea typeface="Consolas"/>
                <a:cs typeface="Consolas"/>
              </a:defRPr>
            </a:lvl8pPr>
            <a:lvl9pPr>
              <a:defRPr sz="2400" b="0">
                <a:solidFill>
                  <a:srgbClr val="D9E3EA"/>
                </a:solidFill>
                <a:latin typeface="Consolas"/>
                <a:ea typeface="Consolas"/>
                <a:cs typeface="Consolas"/>
              </a:defRPr>
            </a:lvl9pPr>
          </a:lstStyle>
          <a:p xmlns:a="http://schemas.openxmlformats.org/drawingml/2006/main">
            <a:pPr>
              <a:defRPr sz="2400" b="0">
                <a:solidFill>
                  <a:srgbClr val="D9E3EA"/>
                </a:solidFill>
                <a:latin typeface="Consolas"/>
                <a:ea typeface="Consolas"/>
                <a:cs typeface="Consolas"/>
              </a:defRPr>
            </a:pPr>
            <a:r>
              <a:rPr sz="2400" b="0">
                <a:solidFill>
                  <a:srgbClr val="D9E3EA"/>
                </a:solidFill>
                <a:latin typeface="Consolas"/>
                <a:ea typeface="Consolas"/>
                <a:cs typeface="Consolas"/>
              </a:rPr>
              <a:t>WHERE appName = 'StockQuest-API'</a:t>
            </a:r>
          </a:p>
        </p:txBody>
      </p:sp>
      <p:sp>
        <p:nvSpPr>
          <p:cNvPr id="8" name="SINCE 30 minutes ago">
            <a:extLst xmlns:a="http://schemas.openxmlformats.org/drawingml/2006/main">
              <a:ext uri="{FF2B5EF4-FFF2-40B4-BE49-F238E27FC236}">
                <a16:creationId xmlns:a16="http://schemas.microsoft.com/office/drawing/2014/main" id="{B8BEE8BD-3B0C-486D-A52A-584F3A861FB9}"/>
              </a:ext>
            </a:extLst>
          </p:cNvPr>
          <p:cNvSpPr>
            <a:spLocks xmlns:a="http://schemas.openxmlformats.org/drawingml/2006/main" noGrp="1"/>
          </p:cNvSpPr>
          <p:nvPr/>
        </p:nvSpPr>
        <p:spPr>
          <a:xfrm xmlns:a="http://schemas.openxmlformats.org/drawingml/2006/main">
            <a:off x="685800" y="38004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D9E3EA"/>
                </a:solidFill>
                <a:latin typeface="Consolas"/>
                <a:ea typeface="Consolas"/>
                <a:cs typeface="Consolas"/>
              </a:defRPr>
            </a:defPPr>
            <a:lvl1pPr>
              <a:defRPr sz="2400" b="0">
                <a:solidFill>
                  <a:srgbClr val="D9E3EA"/>
                </a:solidFill>
                <a:latin typeface="Consolas"/>
                <a:ea typeface="Consolas"/>
                <a:cs typeface="Consolas"/>
              </a:defRPr>
            </a:lvl1pPr>
            <a:lvl2pPr>
              <a:defRPr sz="2400" b="0">
                <a:solidFill>
                  <a:srgbClr val="D9E3EA"/>
                </a:solidFill>
                <a:latin typeface="Consolas"/>
                <a:ea typeface="Consolas"/>
                <a:cs typeface="Consolas"/>
              </a:defRPr>
            </a:lvl2pPr>
            <a:lvl3pPr>
              <a:defRPr sz="2400" b="0">
                <a:solidFill>
                  <a:srgbClr val="D9E3EA"/>
                </a:solidFill>
                <a:latin typeface="Consolas"/>
                <a:ea typeface="Consolas"/>
                <a:cs typeface="Consolas"/>
              </a:defRPr>
            </a:lvl3pPr>
            <a:lvl4pPr>
              <a:defRPr sz="2400" b="0">
                <a:solidFill>
                  <a:srgbClr val="D9E3EA"/>
                </a:solidFill>
                <a:latin typeface="Consolas"/>
                <a:ea typeface="Consolas"/>
                <a:cs typeface="Consolas"/>
              </a:defRPr>
            </a:lvl4pPr>
            <a:lvl5pPr>
              <a:defRPr sz="2400" b="0">
                <a:solidFill>
                  <a:srgbClr val="D9E3EA"/>
                </a:solidFill>
                <a:latin typeface="Consolas"/>
                <a:ea typeface="Consolas"/>
                <a:cs typeface="Consolas"/>
              </a:defRPr>
            </a:lvl5pPr>
            <a:lvl6pPr>
              <a:defRPr sz="2400" b="0">
                <a:solidFill>
                  <a:srgbClr val="D9E3EA"/>
                </a:solidFill>
                <a:latin typeface="Consolas"/>
                <a:ea typeface="Consolas"/>
                <a:cs typeface="Consolas"/>
              </a:defRPr>
            </a:lvl6pPr>
            <a:lvl7pPr>
              <a:defRPr sz="2400" b="0">
                <a:solidFill>
                  <a:srgbClr val="D9E3EA"/>
                </a:solidFill>
                <a:latin typeface="Consolas"/>
                <a:ea typeface="Consolas"/>
                <a:cs typeface="Consolas"/>
              </a:defRPr>
            </a:lvl7pPr>
            <a:lvl8pPr>
              <a:defRPr sz="2400" b="0">
                <a:solidFill>
                  <a:srgbClr val="D9E3EA"/>
                </a:solidFill>
                <a:latin typeface="Consolas"/>
                <a:ea typeface="Consolas"/>
                <a:cs typeface="Consolas"/>
              </a:defRPr>
            </a:lvl8pPr>
            <a:lvl9pPr>
              <a:defRPr sz="2400" b="0">
                <a:solidFill>
                  <a:srgbClr val="D9E3EA"/>
                </a:solidFill>
                <a:latin typeface="Consolas"/>
                <a:ea typeface="Consolas"/>
                <a:cs typeface="Consolas"/>
              </a:defRPr>
            </a:lvl9pPr>
          </a:lstStyle>
          <a:p xmlns:a="http://schemas.openxmlformats.org/drawingml/2006/main">
            <a:pPr>
              <a:defRPr sz="2400" b="0">
                <a:solidFill>
                  <a:srgbClr val="D9E3EA"/>
                </a:solidFill>
                <a:latin typeface="Consolas"/>
                <a:ea typeface="Consolas"/>
                <a:cs typeface="Consolas"/>
              </a:defRPr>
            </a:pPr>
            <a:r>
              <a:rPr sz="2400" b="0">
                <a:solidFill>
                  <a:srgbClr val="D9E3EA"/>
                </a:solidFill>
                <a:latin typeface="Consolas"/>
                <a:ea typeface="Consolas"/>
                <a:cs typeface="Consolas"/>
              </a:rPr>
              <a:t>SINCE 30 minutes ago</a:t>
            </a:r>
          </a:p>
        </p:txBody>
      </p:sp>
      <p:sp>
        <p:nvSpPr>
          <p:cNvPr id="9" name="TIMESERIES">
            <a:extLst xmlns:a="http://schemas.openxmlformats.org/drawingml/2006/main">
              <a:ext uri="{FF2B5EF4-FFF2-40B4-BE49-F238E27FC236}">
                <a16:creationId xmlns:a16="http://schemas.microsoft.com/office/drawing/2014/main" id="{909E6D3B-18FC-4F7D-A227-F03A5A4FCF02}"/>
              </a:ext>
            </a:extLst>
          </p:cNvPr>
          <p:cNvSpPr>
            <a:spLocks xmlns:a="http://schemas.openxmlformats.org/drawingml/2006/main" noGrp="1"/>
          </p:cNvSpPr>
          <p:nvPr/>
        </p:nvSpPr>
        <p:spPr>
          <a:xfrm xmlns:a="http://schemas.openxmlformats.org/drawingml/2006/main">
            <a:off x="685800" y="42672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D9E3EA"/>
                </a:solidFill>
                <a:latin typeface="Consolas"/>
                <a:ea typeface="Consolas"/>
                <a:cs typeface="Consolas"/>
              </a:defRPr>
            </a:defPPr>
            <a:lvl1pPr>
              <a:defRPr sz="2400" b="0">
                <a:solidFill>
                  <a:srgbClr val="D9E3EA"/>
                </a:solidFill>
                <a:latin typeface="Consolas"/>
                <a:ea typeface="Consolas"/>
                <a:cs typeface="Consolas"/>
              </a:defRPr>
            </a:lvl1pPr>
            <a:lvl2pPr>
              <a:defRPr sz="2400" b="0">
                <a:solidFill>
                  <a:srgbClr val="D9E3EA"/>
                </a:solidFill>
                <a:latin typeface="Consolas"/>
                <a:ea typeface="Consolas"/>
                <a:cs typeface="Consolas"/>
              </a:defRPr>
            </a:lvl2pPr>
            <a:lvl3pPr>
              <a:defRPr sz="2400" b="0">
                <a:solidFill>
                  <a:srgbClr val="D9E3EA"/>
                </a:solidFill>
                <a:latin typeface="Consolas"/>
                <a:ea typeface="Consolas"/>
                <a:cs typeface="Consolas"/>
              </a:defRPr>
            </a:lvl3pPr>
            <a:lvl4pPr>
              <a:defRPr sz="2400" b="0">
                <a:solidFill>
                  <a:srgbClr val="D9E3EA"/>
                </a:solidFill>
                <a:latin typeface="Consolas"/>
                <a:ea typeface="Consolas"/>
                <a:cs typeface="Consolas"/>
              </a:defRPr>
            </a:lvl4pPr>
            <a:lvl5pPr>
              <a:defRPr sz="2400" b="0">
                <a:solidFill>
                  <a:srgbClr val="D9E3EA"/>
                </a:solidFill>
                <a:latin typeface="Consolas"/>
                <a:ea typeface="Consolas"/>
                <a:cs typeface="Consolas"/>
              </a:defRPr>
            </a:lvl5pPr>
            <a:lvl6pPr>
              <a:defRPr sz="2400" b="0">
                <a:solidFill>
                  <a:srgbClr val="D9E3EA"/>
                </a:solidFill>
                <a:latin typeface="Consolas"/>
                <a:ea typeface="Consolas"/>
                <a:cs typeface="Consolas"/>
              </a:defRPr>
            </a:lvl6pPr>
            <a:lvl7pPr>
              <a:defRPr sz="2400" b="0">
                <a:solidFill>
                  <a:srgbClr val="D9E3EA"/>
                </a:solidFill>
                <a:latin typeface="Consolas"/>
                <a:ea typeface="Consolas"/>
                <a:cs typeface="Consolas"/>
              </a:defRPr>
            </a:lvl7pPr>
            <a:lvl8pPr>
              <a:defRPr sz="2400" b="0">
                <a:solidFill>
                  <a:srgbClr val="D9E3EA"/>
                </a:solidFill>
                <a:latin typeface="Consolas"/>
                <a:ea typeface="Consolas"/>
                <a:cs typeface="Consolas"/>
              </a:defRPr>
            </a:lvl8pPr>
            <a:lvl9pPr>
              <a:defRPr sz="2400" b="0">
                <a:solidFill>
                  <a:srgbClr val="D9E3EA"/>
                </a:solidFill>
                <a:latin typeface="Consolas"/>
                <a:ea typeface="Consolas"/>
                <a:cs typeface="Consolas"/>
              </a:defRPr>
            </a:lvl9pPr>
          </a:lstStyle>
          <a:p xmlns:a="http://schemas.openxmlformats.org/drawingml/2006/main">
            <a:pPr>
              <a:defRPr sz="2400" b="0">
                <a:solidFill>
                  <a:srgbClr val="D9E3EA"/>
                </a:solidFill>
                <a:latin typeface="Consolas"/>
                <a:ea typeface="Consolas"/>
                <a:cs typeface="Consolas"/>
              </a:defRPr>
            </a:pPr>
            <a:r>
              <a:rPr sz="2400" b="0">
                <a:solidFill>
                  <a:srgbClr val="D9E3EA"/>
                </a:solidFill>
                <a:latin typeface="Consolas"/>
                <a:ea typeface="Consolas"/>
                <a:cs typeface="Consolas"/>
              </a:rPr>
              <a:t>TIMESERIES</a:t>
            </a:r>
          </a:p>
        </p:txBody>
      </p:sp>
      <p:sp>
        <p:nvSpPr>
          <p:cNvPr id="10" name="Muestra la evolución de la latencia p95 en segundos.&#10;La consulta ">
            <a:extLst xmlns:a="http://schemas.openxmlformats.org/drawingml/2006/main">
              <a:ext uri="{FF2B5EF4-FFF2-40B4-BE49-F238E27FC236}">
                <a16:creationId xmlns:a16="http://schemas.microsoft.com/office/drawing/2014/main" id="{71BD5DCF-B342-4FFA-A200-0DDD33D86F89}"/>
              </a:ext>
            </a:extLst>
          </p:cNvPr>
          <p:cNvSpPr>
            <a:spLocks xmlns:a="http://schemas.openxmlformats.org/drawingml/2006/main" noGrp="1"/>
          </p:cNvSpPr>
          <p:nvPr/>
        </p:nvSpPr>
        <p:spPr>
          <a:xfrm xmlns:a="http://schemas.openxmlformats.org/drawingml/2006/main">
            <a:off x="685800" y="52673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FFFFF"/>
                </a:solidFill>
                <a:latin typeface="Arial"/>
                <a:ea typeface="Arial"/>
                <a:cs typeface="Arial"/>
              </a:defRPr>
            </a:defPPr>
            <a:lvl1pPr>
              <a:defRPr sz="2100" b="0">
                <a:solidFill>
                  <a:srgbClr val="FFFFFF"/>
                </a:solidFill>
                <a:latin typeface="Arial"/>
                <a:ea typeface="Arial"/>
                <a:cs typeface="Arial"/>
              </a:defRPr>
            </a:lvl1pPr>
            <a:lvl2pPr>
              <a:defRPr sz="2100" b="0">
                <a:solidFill>
                  <a:srgbClr val="FFFFFF"/>
                </a:solidFill>
                <a:latin typeface="Arial"/>
                <a:ea typeface="Arial"/>
                <a:cs typeface="Arial"/>
              </a:defRPr>
            </a:lvl2pPr>
            <a:lvl3pPr>
              <a:defRPr sz="2100" b="0">
                <a:solidFill>
                  <a:srgbClr val="FFFFFF"/>
                </a:solidFill>
                <a:latin typeface="Arial"/>
                <a:ea typeface="Arial"/>
                <a:cs typeface="Arial"/>
              </a:defRPr>
            </a:lvl3pPr>
            <a:lvl4pPr>
              <a:defRPr sz="2100" b="0">
                <a:solidFill>
                  <a:srgbClr val="FFFFFF"/>
                </a:solidFill>
                <a:latin typeface="Arial"/>
                <a:ea typeface="Arial"/>
                <a:cs typeface="Arial"/>
              </a:defRPr>
            </a:lvl4pPr>
            <a:lvl5pPr>
              <a:defRPr sz="2100" b="0">
                <a:solidFill>
                  <a:srgbClr val="FFFFFF"/>
                </a:solidFill>
                <a:latin typeface="Arial"/>
                <a:ea typeface="Arial"/>
                <a:cs typeface="Arial"/>
              </a:defRPr>
            </a:lvl5pPr>
            <a:lvl6pPr>
              <a:defRPr sz="2100" b="0">
                <a:solidFill>
                  <a:srgbClr val="FFFFFF"/>
                </a:solidFill>
                <a:latin typeface="Arial"/>
                <a:ea typeface="Arial"/>
                <a:cs typeface="Arial"/>
              </a:defRPr>
            </a:lvl6pPr>
            <a:lvl7pPr>
              <a:defRPr sz="2100" b="0">
                <a:solidFill>
                  <a:srgbClr val="FFFFFF"/>
                </a:solidFill>
                <a:latin typeface="Arial"/>
                <a:ea typeface="Arial"/>
                <a:cs typeface="Arial"/>
              </a:defRPr>
            </a:lvl7pPr>
            <a:lvl8pPr>
              <a:defRPr sz="2100" b="0">
                <a:solidFill>
                  <a:srgbClr val="FFFFFF"/>
                </a:solidFill>
                <a:latin typeface="Arial"/>
                <a:ea typeface="Arial"/>
                <a:cs typeface="Arial"/>
              </a:defRPr>
            </a:lvl8pPr>
            <a:lvl9pPr>
              <a:defRPr sz="2100" b="0">
                <a:solidFill>
                  <a:srgbClr val="FFFFFF"/>
                </a:solidFill>
                <a:latin typeface="Arial"/>
                <a:ea typeface="Arial"/>
                <a:cs typeface="Arial"/>
              </a:defRPr>
            </a:lvl9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Muestra la evolución de la latencia p95 en segundos.</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La consulta solo devolverá resultados cuando existan datos.</a:t>
            </a:r>
          </a:p>
        </p:txBody>
      </p:sp>
    </p:spTree>
    <p:extLst>
      <p:ext uri="{BB962C8B-B14F-4D97-AF65-F5344CB8AC3E}">
        <p14:creationId xmlns:p14="http://schemas.microsoft.com/office/powerpoint/2010/main" val="1889158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lertas iniciales para baja escala">
            <a:extLst xmlns:a="http://schemas.openxmlformats.org/drawingml/2006/main">
              <a:ext uri="{FF2B5EF4-FFF2-40B4-BE49-F238E27FC236}">
                <a16:creationId xmlns:a16="http://schemas.microsoft.com/office/drawing/2014/main" id="{8DEE9354-2E69-4E8C-A550-54020B5C1E1C}"/>
              </a:ext>
            </a:extLst>
          </p:cNvPr>
          <p:cNvSpPr>
            <a:spLocks xmlns:a="http://schemas.openxmlformats.org/drawingml/2006/main" noGrp="1"/>
          </p:cNvSpPr>
          <p:nvPr/>
        </p:nvSpPr>
        <p:spPr>
          <a:xfrm xmlns:a="http://schemas.openxmlformats.org/drawingml/2006/main">
            <a:off x="685800" y="523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0B233F"/>
                </a:solidFill>
                <a:latin typeface="Arial"/>
                <a:ea typeface="Arial"/>
                <a:cs typeface="Arial"/>
              </a:defRPr>
            </a:defPPr>
            <a:lvl1pPr>
              <a:defRPr sz="3600" b="1">
                <a:solidFill>
                  <a:srgbClr val="0B233F"/>
                </a:solidFill>
                <a:latin typeface="Arial"/>
                <a:ea typeface="Arial"/>
                <a:cs typeface="Arial"/>
              </a:defRPr>
            </a:lvl1pPr>
            <a:lvl2pPr>
              <a:defRPr sz="3600" b="1">
                <a:solidFill>
                  <a:srgbClr val="0B233F"/>
                </a:solidFill>
                <a:latin typeface="Arial"/>
                <a:ea typeface="Arial"/>
                <a:cs typeface="Arial"/>
              </a:defRPr>
            </a:lvl2pPr>
            <a:lvl3pPr>
              <a:defRPr sz="3600" b="1">
                <a:solidFill>
                  <a:srgbClr val="0B233F"/>
                </a:solidFill>
                <a:latin typeface="Arial"/>
                <a:ea typeface="Arial"/>
                <a:cs typeface="Arial"/>
              </a:defRPr>
            </a:lvl3pPr>
            <a:lvl4pPr>
              <a:defRPr sz="3600" b="1">
                <a:solidFill>
                  <a:srgbClr val="0B233F"/>
                </a:solidFill>
                <a:latin typeface="Arial"/>
                <a:ea typeface="Arial"/>
                <a:cs typeface="Arial"/>
              </a:defRPr>
            </a:lvl4pPr>
            <a:lvl5pPr>
              <a:defRPr sz="3600" b="1">
                <a:solidFill>
                  <a:srgbClr val="0B233F"/>
                </a:solidFill>
                <a:latin typeface="Arial"/>
                <a:ea typeface="Arial"/>
                <a:cs typeface="Arial"/>
              </a:defRPr>
            </a:lvl5pPr>
            <a:lvl6pPr>
              <a:defRPr sz="3600" b="1">
                <a:solidFill>
                  <a:srgbClr val="0B233F"/>
                </a:solidFill>
                <a:latin typeface="Arial"/>
                <a:ea typeface="Arial"/>
                <a:cs typeface="Arial"/>
              </a:defRPr>
            </a:lvl6pPr>
            <a:lvl7pPr>
              <a:defRPr sz="3600" b="1">
                <a:solidFill>
                  <a:srgbClr val="0B233F"/>
                </a:solidFill>
                <a:latin typeface="Arial"/>
                <a:ea typeface="Arial"/>
                <a:cs typeface="Arial"/>
              </a:defRPr>
            </a:lvl7pPr>
            <a:lvl8pPr>
              <a:defRPr sz="3600" b="1">
                <a:solidFill>
                  <a:srgbClr val="0B233F"/>
                </a:solidFill>
                <a:latin typeface="Arial"/>
                <a:ea typeface="Arial"/>
                <a:cs typeface="Arial"/>
              </a:defRPr>
            </a:lvl8pPr>
            <a:lvl9pPr>
              <a:defRPr sz="3600" b="1">
                <a:solidFill>
                  <a:srgbClr val="0B233F"/>
                </a:solidFill>
                <a:latin typeface="Arial"/>
                <a:ea typeface="Arial"/>
                <a:cs typeface="Arial"/>
              </a:defRPr>
            </a:lvl9pPr>
          </a:lstStyle>
          <a:p xmlns:a="http://schemas.openxmlformats.org/drawingml/2006/main">
            <a:pPr>
              <a:defRPr sz="3600" b="1">
                <a:solidFill>
                  <a:srgbClr val="0B233F"/>
                </a:solidFill>
                <a:latin typeface="Arial"/>
                <a:ea typeface="Arial"/>
                <a:cs typeface="Arial"/>
              </a:defRPr>
            </a:pPr>
            <a:r>
              <a:rPr sz="3600" b="1">
                <a:solidFill>
                  <a:srgbClr val="0B233F"/>
                </a:solidFill>
                <a:latin typeface="Arial"/>
                <a:ea typeface="Arial"/>
                <a:cs typeface="Arial"/>
              </a:rPr>
              <a:t>Alertas iniciales para baja escala</a:t>
            </a:r>
          </a:p>
        </p:txBody>
      </p:sp>
      <p:sp>
        <p:nvSpPr>
          <p:cNvPr id="2" name="Stock-Quest">
            <a:extLst xmlns:a="http://schemas.openxmlformats.org/drawingml/2006/main">
              <a:ext uri="{FF2B5EF4-FFF2-40B4-BE49-F238E27FC236}">
                <a16:creationId xmlns:a16="http://schemas.microsoft.com/office/drawing/2014/main" id="{8019CA77-58DC-4E14-B881-A84C3F1FD9F6}"/>
              </a:ext>
            </a:extLst>
          </p:cNvPr>
          <p:cNvSpPr>
            <a:spLocks xmlns:a="http://schemas.openxmlformats.org/drawingml/2006/main" noGrp="1"/>
          </p:cNvSpPr>
          <p:nvPr/>
        </p:nvSpPr>
        <p:spPr>
          <a:xfrm xmlns:a="http://schemas.openxmlformats.org/drawingml/2006/main">
            <a:off x="685800" y="6448425"/>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Stock-Quest</a:t>
            </a:r>
          </a:p>
        </p:txBody>
      </p:sp>
      <p:sp>
        <p:nvSpPr>
          <p:cNvPr id="3" name="09">
            <a:extLst xmlns:a="http://schemas.openxmlformats.org/drawingml/2006/main">
              <a:ext uri="{FF2B5EF4-FFF2-40B4-BE49-F238E27FC236}">
                <a16:creationId xmlns:a16="http://schemas.microsoft.com/office/drawing/2014/main" id="{B3BAA2BD-932E-4B04-8462-F10712A2EBE9}"/>
              </a:ext>
            </a:extLst>
          </p:cNvPr>
          <p:cNvSpPr>
            <a:spLocks xmlns:a="http://schemas.openxmlformats.org/drawingml/2006/main" noGrp="1"/>
          </p:cNvSpPr>
          <p:nvPr/>
        </p:nvSpPr>
        <p:spPr>
          <a:xfrm xmlns:a="http://schemas.openxmlformats.org/drawingml/2006/main">
            <a:off x="11144250" y="64484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09</a:t>
            </a:r>
          </a:p>
        </p:txBody>
      </p:sp>
      <p:graphicFrame>
        <p:nvGraphicFramePr>
          <p:cNvPr id="4" name="">
            <a:extLst xmlns:a="http://schemas.openxmlformats.org/drawingml/2006/main">
              <a:ext uri="{FF2B5EF4-FFF2-40B4-BE49-F238E27FC236}">
                <a16:creationId xmlns:a16="http://schemas.microsoft.com/office/drawing/2014/main" id="{7BCFBFA0-841A-4259-BCFB-A2F76F6E5F25}"/>
              </a:ext>
            </a:extLst>
          </p:cNvPr>
          <p:cNvGraphicFramePr/>
          <p:nvPr/>
        </p:nvGraphicFramePr>
        <p:xfrm>
          <a:off xmlns:a="http://schemas.openxmlformats.org/drawingml/2006/main" x="685800" y="1790700"/>
          <a:ext xmlns:a="http://schemas.openxmlformats.org/drawingml/2006/main" cx="10820400" cy="2857500"/>
        </p:xfrm>
        <a:graphic xmlns:a="http://schemas.openxmlformats.org/drawingml/2006/main">
          <a:graphicData uri="http://schemas.openxmlformats.org/drawingml/2006/table">
            <a:tbl>
              <a:tblPr firstRow="1" bandRow="0"/>
              <a:tblGrid>
                <a:gridCol w="2286000"/>
                <a:gridCol w="4286250"/>
                <a:gridCol w="4248150"/>
              </a:tblGrid>
              <a:tr h="590550">
                <a:tc>
                  <a:txBody>
                    <a:bodyPr/>
                    <a:lstStyle/>
                    <a:p>
                      <a:r>
                        <a:rPr sz="1800" b="1">
                          <a:solidFill>
                            <a:srgbClr val="FFFFFF"/>
                          </a:solidFill>
                          <a:latin typeface="Arial"/>
                          <a:ea typeface="Arial"/>
                          <a:cs typeface="Arial"/>
                        </a:rPr>
                        <a:t>Señal</a:t>
                      </a:r>
                    </a:p>
                  </a:txBody>
                  <a:tcPr marL="171450" marR="171450" marT="142875" marB="114300" anchor="ctr">
                    <a:lnL w="5715">
                      <a:solidFill>
                        <a:srgbClr val="D7E0E6"/>
                      </a:solidFill>
                      <a:prstDash val="solid"/>
                    </a:lnL>
                    <a:lnR w="5715">
                      <a:solidFill>
                        <a:srgbClr val="D7E0E6"/>
                      </a:solidFill>
                      <a:prstDash val="solid"/>
                    </a:lnR>
                    <a:lnT w="5715">
                      <a:solidFill>
                        <a:srgbClr val="D7E0E6"/>
                      </a:solidFill>
                      <a:prstDash val="solid"/>
                    </a:lnT>
                    <a:lnB w="5715">
                      <a:solidFill>
                        <a:srgbClr val="D7E0E6"/>
                      </a:solidFill>
                      <a:prstDash val="solid"/>
                    </a:lnB>
                    <a:solidFill>
                      <a:srgbClr val="0B233F"/>
                    </a:solidFill>
                  </a:tcPr>
                </a:tc>
                <a:tc>
                  <a:txBody>
                    <a:bodyPr/>
                    <a:lstStyle/>
                    <a:p>
                      <a:r>
                        <a:rPr sz="1800" b="1">
                          <a:solidFill>
                            <a:srgbClr val="FFFFFF"/>
                          </a:solidFill>
                          <a:latin typeface="Arial"/>
                          <a:ea typeface="Arial"/>
                          <a:cs typeface="Arial"/>
                        </a:rPr>
                        <a:t>Umbral de partida</a:t>
                      </a:r>
                    </a:p>
                  </a:txBody>
                  <a:tcPr marL="171450" marR="171450" marT="142875" marB="114300" anchor="ctr">
                    <a:lnR w="5715">
                      <a:solidFill>
                        <a:srgbClr val="D7E0E6"/>
                      </a:solidFill>
                      <a:prstDash val="solid"/>
                    </a:lnR>
                    <a:lnT w="5715">
                      <a:solidFill>
                        <a:srgbClr val="D7E0E6"/>
                      </a:solidFill>
                      <a:prstDash val="solid"/>
                    </a:lnT>
                    <a:lnB w="5715">
                      <a:solidFill>
                        <a:srgbClr val="D7E0E6"/>
                      </a:solidFill>
                      <a:prstDash val="solid"/>
                    </a:lnB>
                    <a:solidFill>
                      <a:srgbClr val="0B233F"/>
                    </a:solidFill>
                  </a:tcPr>
                </a:tc>
                <a:tc>
                  <a:txBody>
                    <a:bodyPr/>
                    <a:lstStyle/>
                    <a:p>
                      <a:r>
                        <a:rPr sz="1800" b="1">
                          <a:solidFill>
                            <a:srgbClr val="FFFFFF"/>
                          </a:solidFill>
                          <a:latin typeface="Arial"/>
                          <a:ea typeface="Arial"/>
                          <a:cs typeface="Arial"/>
                        </a:rPr>
                        <a:t>Respuesta del equipo</a:t>
                      </a:r>
                    </a:p>
                  </a:txBody>
                  <a:tcPr marL="171450" marR="171450" marT="142875" marB="114300" anchor="ctr">
                    <a:lnR w="5715">
                      <a:solidFill>
                        <a:srgbClr val="D7E0E6"/>
                      </a:solidFill>
                      <a:prstDash val="solid"/>
                    </a:lnR>
                    <a:lnT w="5715">
                      <a:solidFill>
                        <a:srgbClr val="D7E0E6"/>
                      </a:solidFill>
                      <a:prstDash val="solid"/>
                    </a:lnT>
                    <a:lnB w="5715">
                      <a:solidFill>
                        <a:srgbClr val="D7E0E6"/>
                      </a:solidFill>
                      <a:prstDash val="solid"/>
                    </a:lnB>
                    <a:solidFill>
                      <a:srgbClr val="0B233F"/>
                    </a:solidFill>
                  </a:tcPr>
                </a:tc>
              </a:tr>
              <a:tr h="1133475">
                <a:tc>
                  <a:txBody>
                    <a:bodyPr/>
                    <a:lstStyle/>
                    <a:p>
                      <a:r>
                        <a:rPr sz="1950" b="0">
                          <a:solidFill>
                            <a:srgbClr val="152D43"/>
                          </a:solidFill>
                          <a:latin typeface="Arial"/>
                          <a:ea typeface="Arial"/>
                          <a:cs typeface="Arial"/>
                        </a:rPr>
                        <a:t>Lentitud</a:t>
                      </a:r>
                    </a:p>
                  </a:txBody>
                  <a:tcPr marL="171450" marR="171450" marT="142875" marB="114300" anchor="ctr">
                    <a:lnL w="5715">
                      <a:solidFill>
                        <a:srgbClr val="D7E0E6"/>
                      </a:solidFill>
                      <a:prstDash val="solid"/>
                    </a:lnL>
                    <a:lnR w="5715">
                      <a:solidFill>
                        <a:srgbClr val="D7E0E6"/>
                      </a:solidFill>
                      <a:prstDash val="solid"/>
                    </a:lnR>
                    <a:lnB w="5715">
                      <a:solidFill>
                        <a:srgbClr val="D7E0E6"/>
                      </a:solidFill>
                      <a:prstDash val="solid"/>
                    </a:lnB>
                    <a:solidFill>
                      <a:srgbClr val="FFFFFF"/>
                    </a:solidFill>
                  </a:tcPr>
                </a:tc>
                <a:tc>
                  <a:txBody>
                    <a:bodyPr/>
                    <a:lstStyle/>
                    <a:p>
                      <a:r>
                        <a:rPr sz="1950" b="0">
                          <a:solidFill>
                            <a:srgbClr val="152D43"/>
                          </a:solidFill>
                          <a:latin typeface="Arial"/>
                          <a:ea typeface="Arial"/>
                          <a:cs typeface="Arial"/>
                        </a:rPr>
                        <a:t>p95 superior a 2 segundos</a:t>
                      </a:r>
                    </a:p>
                    <a:p>
                      <a:r>
                        <a:rPr sz="1950" b="0">
                          <a:solidFill>
                            <a:srgbClr val="152D43"/>
                          </a:solidFill>
                          <a:latin typeface="Arial"/>
                          <a:ea typeface="Arial"/>
                          <a:cs typeface="Arial"/>
                        </a:rPr>
                        <a:t>durante 5 minutos</a:t>
                      </a:r>
                    </a:p>
                  </a:txBody>
                  <a:tcPr marL="171450" marR="171450" marT="142875" marB="114300" anchor="ctr">
                    <a:lnR w="5715">
                      <a:solidFill>
                        <a:srgbClr val="D7E0E6"/>
                      </a:solidFill>
                      <a:prstDash val="solid"/>
                    </a:lnR>
                    <a:lnB w="5715">
                      <a:solidFill>
                        <a:srgbClr val="D7E0E6"/>
                      </a:solidFill>
                      <a:prstDash val="solid"/>
                    </a:lnB>
                    <a:solidFill>
                      <a:srgbClr val="FFFFFF"/>
                    </a:solidFill>
                  </a:tcPr>
                </a:tc>
                <a:tc>
                  <a:txBody>
                    <a:bodyPr/>
                    <a:lstStyle/>
                    <a:p>
                      <a:r>
                        <a:rPr sz="1950" b="0">
                          <a:solidFill>
                            <a:srgbClr val="152D43"/>
                          </a:solidFill>
                          <a:latin typeface="Arial"/>
                          <a:ea typeface="Arial"/>
                          <a:cs typeface="Arial"/>
                        </a:rPr>
                        <a:t>Revisar la transacción lenta</a:t>
                      </a:r>
                    </a:p>
                    <a:p>
                      <a:r>
                        <a:rPr sz="1950" b="0">
                          <a:solidFill>
                            <a:srgbClr val="152D43"/>
                          </a:solidFill>
                          <a:latin typeface="Arial"/>
                          <a:ea typeface="Arial"/>
                          <a:cs typeface="Arial"/>
                        </a:rPr>
                        <a:t>y el acceso a PostgreSQL</a:t>
                      </a:r>
                    </a:p>
                  </a:txBody>
                  <a:tcPr marL="171450" marR="171450" marT="142875" marB="114300" anchor="ctr">
                    <a:lnR w="5715">
                      <a:solidFill>
                        <a:srgbClr val="D7E0E6"/>
                      </a:solidFill>
                      <a:prstDash val="solid"/>
                    </a:lnR>
                    <a:lnB w="5715">
                      <a:solidFill>
                        <a:srgbClr val="D7E0E6"/>
                      </a:solidFill>
                      <a:prstDash val="solid"/>
                    </a:lnB>
                    <a:solidFill>
                      <a:srgbClr val="FFFFFF"/>
                    </a:solidFill>
                  </a:tcPr>
                </a:tc>
              </a:tr>
              <a:tr h="1133475">
                <a:tc>
                  <a:txBody>
                    <a:bodyPr/>
                    <a:lstStyle/>
                    <a:p>
                      <a:r>
                        <a:rPr sz="1950" b="0">
                          <a:solidFill>
                            <a:srgbClr val="152D43"/>
                          </a:solidFill>
                          <a:latin typeface="Arial"/>
                          <a:ea typeface="Arial"/>
                          <a:cs typeface="Arial"/>
                        </a:rPr>
                        <a:t>Errores</a:t>
                      </a:r>
                    </a:p>
                  </a:txBody>
                  <a:tcPr marL="171450" marR="171450" marT="142875" marB="114300" anchor="ctr">
                    <a:lnL w="5715">
                      <a:solidFill>
                        <a:srgbClr val="D7E0E6"/>
                      </a:solidFill>
                      <a:prstDash val="solid"/>
                    </a:lnL>
                    <a:lnR w="5715">
                      <a:solidFill>
                        <a:srgbClr val="D7E0E6"/>
                      </a:solidFill>
                      <a:prstDash val="solid"/>
                    </a:lnR>
                    <a:lnB w="5715">
                      <a:solidFill>
                        <a:srgbClr val="D7E0E6"/>
                      </a:solidFill>
                      <a:prstDash val="solid"/>
                    </a:lnB>
                    <a:solidFill>
                      <a:srgbClr val="EFF3F5"/>
                    </a:solidFill>
                  </a:tcPr>
                </a:tc>
                <a:tc>
                  <a:txBody>
                    <a:bodyPr/>
                    <a:lstStyle/>
                    <a:p>
                      <a:r>
                        <a:rPr sz="1950" b="0">
                          <a:solidFill>
                            <a:srgbClr val="152D43"/>
                          </a:solidFill>
                          <a:latin typeface="Arial"/>
                          <a:ea typeface="Arial"/>
                          <a:cs typeface="Arial"/>
                        </a:rPr>
                        <a:t>Más de 5 % de errores</a:t>
                      </a:r>
                    </a:p>
                    <a:p>
                      <a:r>
                        <a:rPr sz="1950" b="0">
                          <a:solidFill>
                            <a:srgbClr val="152D43"/>
                          </a:solidFill>
                          <a:latin typeface="Arial"/>
                          <a:ea typeface="Arial"/>
                          <a:cs typeface="Arial"/>
                        </a:rPr>
                        <a:t>durante 5 minutos</a:t>
                      </a:r>
                    </a:p>
                  </a:txBody>
                  <a:tcPr marL="171450" marR="171450" marT="142875" marB="114300" anchor="ctr">
                    <a:lnR w="5715">
                      <a:solidFill>
                        <a:srgbClr val="D7E0E6"/>
                      </a:solidFill>
                      <a:prstDash val="solid"/>
                    </a:lnR>
                    <a:lnB w="5715">
                      <a:solidFill>
                        <a:srgbClr val="D7E0E6"/>
                      </a:solidFill>
                      <a:prstDash val="solid"/>
                    </a:lnB>
                    <a:solidFill>
                      <a:srgbClr val="EFF3F5"/>
                    </a:solidFill>
                  </a:tcPr>
                </a:tc>
                <a:tc>
                  <a:txBody>
                    <a:bodyPr/>
                    <a:lstStyle/>
                    <a:p>
                      <a:r>
                        <a:rPr sz="1950" b="0">
                          <a:solidFill>
                            <a:srgbClr val="152D43"/>
                          </a:solidFill>
                          <a:latin typeface="Arial"/>
                          <a:ea typeface="Arial"/>
                          <a:cs typeface="Arial"/>
                        </a:rPr>
                        <a:t>Revisar la falla y el</a:t>
                      </a:r>
                    </a:p>
                    <a:p>
                      <a:r>
                        <a:rPr sz="1950" b="0">
                          <a:solidFill>
                            <a:srgbClr val="152D43"/>
                          </a:solidFill>
                          <a:latin typeface="Arial"/>
                          <a:ea typeface="Arial"/>
                          <a:cs typeface="Arial"/>
                        </a:rPr>
                        <a:t>último cambio publicado</a:t>
                      </a:r>
                    </a:p>
                  </a:txBody>
                  <a:tcPr marL="171450" marR="171450" marT="142875" marB="114300" anchor="ctr">
                    <a:lnR w="5715">
                      <a:solidFill>
                        <a:srgbClr val="D7E0E6"/>
                      </a:solidFill>
                      <a:prstDash val="solid"/>
                    </a:lnR>
                    <a:lnB w="5715">
                      <a:solidFill>
                        <a:srgbClr val="D7E0E6"/>
                      </a:solidFill>
                      <a:prstDash val="solid"/>
                    </a:lnB>
                    <a:solidFill>
                      <a:srgbClr val="EFF3F5"/>
                    </a:solidFill>
                  </a:tcPr>
                </a:tc>
              </a:tr>
            </a:tbl>
          </a:graphicData>
        </a:graphic>
      </p:graphicFrame>
      <p:sp>
        <p:nvSpPr>
          <p:cNvPr id="5" name="Umbrales propuestos: se ajustarán con la línea base real.">
            <a:extLst xmlns:a="http://schemas.openxmlformats.org/drawingml/2006/main">
              <a:ext uri="{FF2B5EF4-FFF2-40B4-BE49-F238E27FC236}">
                <a16:creationId xmlns:a16="http://schemas.microsoft.com/office/drawing/2014/main" id="{9B528C99-A6B3-4290-95B6-A9ADFD565302}"/>
              </a:ext>
            </a:extLst>
          </p:cNvPr>
          <p:cNvSpPr>
            <a:spLocks xmlns:a="http://schemas.openxmlformats.org/drawingml/2006/main" noGrp="1"/>
          </p:cNvSpPr>
          <p:nvPr/>
        </p:nvSpPr>
        <p:spPr>
          <a:xfrm xmlns:a="http://schemas.openxmlformats.org/drawingml/2006/main">
            <a:off x="685800" y="501967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87E74"/>
                </a:solidFill>
                <a:latin typeface="Arial"/>
                <a:ea typeface="Arial"/>
                <a:cs typeface="Arial"/>
              </a:defRPr>
            </a:defPPr>
            <a:lvl1pPr>
              <a:defRPr sz="2100" b="1">
                <a:solidFill>
                  <a:srgbClr val="087E74"/>
                </a:solidFill>
                <a:latin typeface="Arial"/>
                <a:ea typeface="Arial"/>
                <a:cs typeface="Arial"/>
              </a:defRPr>
            </a:lvl1pPr>
            <a:lvl2pPr>
              <a:defRPr sz="2100" b="1">
                <a:solidFill>
                  <a:srgbClr val="087E74"/>
                </a:solidFill>
                <a:latin typeface="Arial"/>
                <a:ea typeface="Arial"/>
                <a:cs typeface="Arial"/>
              </a:defRPr>
            </a:lvl2pPr>
            <a:lvl3pPr>
              <a:defRPr sz="2100" b="1">
                <a:solidFill>
                  <a:srgbClr val="087E74"/>
                </a:solidFill>
                <a:latin typeface="Arial"/>
                <a:ea typeface="Arial"/>
                <a:cs typeface="Arial"/>
              </a:defRPr>
            </a:lvl3pPr>
            <a:lvl4pPr>
              <a:defRPr sz="2100" b="1">
                <a:solidFill>
                  <a:srgbClr val="087E74"/>
                </a:solidFill>
                <a:latin typeface="Arial"/>
                <a:ea typeface="Arial"/>
                <a:cs typeface="Arial"/>
              </a:defRPr>
            </a:lvl4pPr>
            <a:lvl5pPr>
              <a:defRPr sz="2100" b="1">
                <a:solidFill>
                  <a:srgbClr val="087E74"/>
                </a:solidFill>
                <a:latin typeface="Arial"/>
                <a:ea typeface="Arial"/>
                <a:cs typeface="Arial"/>
              </a:defRPr>
            </a:lvl5pPr>
            <a:lvl6pPr>
              <a:defRPr sz="2100" b="1">
                <a:solidFill>
                  <a:srgbClr val="087E74"/>
                </a:solidFill>
                <a:latin typeface="Arial"/>
                <a:ea typeface="Arial"/>
                <a:cs typeface="Arial"/>
              </a:defRPr>
            </a:lvl6pPr>
            <a:lvl7pPr>
              <a:defRPr sz="2100" b="1">
                <a:solidFill>
                  <a:srgbClr val="087E74"/>
                </a:solidFill>
                <a:latin typeface="Arial"/>
                <a:ea typeface="Arial"/>
                <a:cs typeface="Arial"/>
              </a:defRPr>
            </a:lvl7pPr>
            <a:lvl8pPr>
              <a:defRPr sz="2100" b="1">
                <a:solidFill>
                  <a:srgbClr val="087E74"/>
                </a:solidFill>
                <a:latin typeface="Arial"/>
                <a:ea typeface="Arial"/>
                <a:cs typeface="Arial"/>
              </a:defRPr>
            </a:lvl8pPr>
            <a:lvl9pPr>
              <a:defRPr sz="2100" b="1">
                <a:solidFill>
                  <a:srgbClr val="087E74"/>
                </a:solidFill>
                <a:latin typeface="Arial"/>
                <a:ea typeface="Arial"/>
                <a:cs typeface="Arial"/>
              </a:defRPr>
            </a:lvl9pPr>
          </a:lstStyle>
          <a:p xmlns:a="http://schemas.openxmlformats.org/drawingml/2006/main">
            <a:pPr>
              <a:defRPr sz="2100" b="1">
                <a:solidFill>
                  <a:srgbClr val="087E74"/>
                </a:solidFill>
                <a:latin typeface="Arial"/>
                <a:ea typeface="Arial"/>
                <a:cs typeface="Arial"/>
              </a:defRPr>
            </a:pPr>
            <a:r>
              <a:rPr sz="2100" b="1">
                <a:solidFill>
                  <a:srgbClr val="087E74"/>
                </a:solidFill>
                <a:latin typeface="Arial"/>
                <a:ea typeface="Arial"/>
                <a:cs typeface="Arial"/>
              </a:rPr>
              <a:t>Umbrales propuestos: se ajustarán con la línea base real.</a:t>
            </a:r>
          </a:p>
        </p:txBody>
      </p:sp>
      <p:sp>
        <p:nvSpPr>
          <p:cNvPr id="6" name="Con pocas solicitudes, revisar también el conteo de errores.&#10;Un p">
            <a:extLst xmlns:a="http://schemas.openxmlformats.org/drawingml/2006/main">
              <a:ext uri="{FF2B5EF4-FFF2-40B4-BE49-F238E27FC236}">
                <a16:creationId xmlns:a16="http://schemas.microsoft.com/office/drawing/2014/main" id="{330F5B45-AACD-48AC-8658-68DBC0BBCD6C}"/>
              </a:ext>
            </a:extLst>
          </p:cNvPr>
          <p:cNvSpPr>
            <a:spLocks xmlns:a="http://schemas.openxmlformats.org/drawingml/2006/main" noGrp="1"/>
          </p:cNvSpPr>
          <p:nvPr/>
        </p:nvSpPr>
        <p:spPr>
          <a:xfrm xmlns:a="http://schemas.openxmlformats.org/drawingml/2006/main">
            <a:off x="685800" y="5600700"/>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5"/>
                </a:solidFill>
                <a:latin typeface="Arial"/>
                <a:ea typeface="Arial"/>
                <a:cs typeface="Arial"/>
              </a:defRPr>
            </a:defPPr>
            <a:lvl1pPr>
              <a:defRPr sz="1875" b="0">
                <a:solidFill>
                  <a:srgbClr val="526575"/>
                </a:solidFill>
                <a:latin typeface="Arial"/>
                <a:ea typeface="Arial"/>
                <a:cs typeface="Arial"/>
              </a:defRPr>
            </a:lvl1pPr>
            <a:lvl2pPr>
              <a:defRPr sz="1875" b="0">
                <a:solidFill>
                  <a:srgbClr val="526575"/>
                </a:solidFill>
                <a:latin typeface="Arial"/>
                <a:ea typeface="Arial"/>
                <a:cs typeface="Arial"/>
              </a:defRPr>
            </a:lvl2pPr>
            <a:lvl3pPr>
              <a:defRPr sz="1875" b="0">
                <a:solidFill>
                  <a:srgbClr val="526575"/>
                </a:solidFill>
                <a:latin typeface="Arial"/>
                <a:ea typeface="Arial"/>
                <a:cs typeface="Arial"/>
              </a:defRPr>
            </a:lvl3pPr>
            <a:lvl4pPr>
              <a:defRPr sz="1875" b="0">
                <a:solidFill>
                  <a:srgbClr val="526575"/>
                </a:solidFill>
                <a:latin typeface="Arial"/>
                <a:ea typeface="Arial"/>
                <a:cs typeface="Arial"/>
              </a:defRPr>
            </a:lvl4pPr>
            <a:lvl5pPr>
              <a:defRPr sz="1875" b="0">
                <a:solidFill>
                  <a:srgbClr val="526575"/>
                </a:solidFill>
                <a:latin typeface="Arial"/>
                <a:ea typeface="Arial"/>
                <a:cs typeface="Arial"/>
              </a:defRPr>
            </a:lvl5pPr>
            <a:lvl6pPr>
              <a:defRPr sz="1875" b="0">
                <a:solidFill>
                  <a:srgbClr val="526575"/>
                </a:solidFill>
                <a:latin typeface="Arial"/>
                <a:ea typeface="Arial"/>
                <a:cs typeface="Arial"/>
              </a:defRPr>
            </a:lvl6pPr>
            <a:lvl7pPr>
              <a:defRPr sz="1875" b="0">
                <a:solidFill>
                  <a:srgbClr val="526575"/>
                </a:solidFill>
                <a:latin typeface="Arial"/>
                <a:ea typeface="Arial"/>
                <a:cs typeface="Arial"/>
              </a:defRPr>
            </a:lvl7pPr>
            <a:lvl8pPr>
              <a:defRPr sz="1875" b="0">
                <a:solidFill>
                  <a:srgbClr val="526575"/>
                </a:solidFill>
                <a:latin typeface="Arial"/>
                <a:ea typeface="Arial"/>
                <a:cs typeface="Arial"/>
              </a:defRPr>
            </a:lvl8pPr>
            <a:lvl9pPr>
              <a:defRPr sz="1875" b="0">
                <a:solidFill>
                  <a:srgbClr val="526575"/>
                </a:solidFill>
                <a:latin typeface="Arial"/>
                <a:ea typeface="Arial"/>
                <a:cs typeface="Arial"/>
              </a:defRPr>
            </a:lvl9pPr>
          </a:lstStyle>
          <a:p xmlns:a="http://schemas.openxmlformats.org/drawingml/2006/main">
            <a:pPr>
              <a:defRPr sz="1875" b="0">
                <a:solidFill>
                  <a:srgbClr val="526575"/>
                </a:solidFill>
                <a:latin typeface="Arial"/>
                <a:ea typeface="Arial"/>
                <a:cs typeface="Arial"/>
              </a:defRPr>
            </a:pPr>
            <a:r>
              <a:rPr sz="1875" b="0">
                <a:solidFill>
                  <a:srgbClr val="526575"/>
                </a:solidFill>
                <a:latin typeface="Arial"/>
                <a:ea typeface="Arial"/>
                <a:cs typeface="Arial"/>
              </a:rPr>
              <a:t>Con pocas solicitudes, revisar también el conteo de errores.</a:t>
            </a:r>
          </a:p>
          <a:p xmlns:a="http://schemas.openxmlformats.org/drawingml/2006/main">
            <a:pPr>
              <a:defRPr sz="1875" b="0">
                <a:solidFill>
                  <a:srgbClr val="526575"/>
                </a:solidFill>
                <a:latin typeface="Arial"/>
                <a:ea typeface="Arial"/>
                <a:cs typeface="Arial"/>
              </a:defRPr>
            </a:pPr>
            <a:r>
              <a:rPr sz="1875" b="0">
                <a:solidFill>
                  <a:srgbClr val="526575"/>
                </a:solidFill>
                <a:latin typeface="Arial"/>
                <a:ea typeface="Arial"/>
                <a:cs typeface="Arial"/>
              </a:rPr>
              <a:t>Un período sin tráfico no demuestra una caída de la aplicación.</a:t>
            </a:r>
          </a:p>
        </p:txBody>
      </p:sp>
    </p:spTree>
    <p:extLst>
      <p:ext uri="{BB962C8B-B14F-4D97-AF65-F5344CB8AC3E}">
        <p14:creationId xmlns:p14="http://schemas.microsoft.com/office/powerpoint/2010/main" val="181229408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Ampliaciones según la necesidad">
            <a:extLst xmlns:a="http://schemas.openxmlformats.org/drawingml/2006/main">
              <a:ext uri="{FF2B5EF4-FFF2-40B4-BE49-F238E27FC236}">
                <a16:creationId xmlns:a16="http://schemas.microsoft.com/office/drawing/2014/main" id="{A18F4325-D0E3-4973-BA83-23515CB8AF17}"/>
              </a:ext>
            </a:extLst>
          </p:cNvPr>
          <p:cNvSpPr>
            <a:spLocks xmlns:a="http://schemas.openxmlformats.org/drawingml/2006/main" noGrp="1"/>
          </p:cNvSpPr>
          <p:nvPr/>
        </p:nvSpPr>
        <p:spPr>
          <a:xfrm xmlns:a="http://schemas.openxmlformats.org/drawingml/2006/main">
            <a:off x="685800" y="523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0B233F"/>
                </a:solidFill>
                <a:latin typeface="Arial"/>
                <a:ea typeface="Arial"/>
                <a:cs typeface="Arial"/>
              </a:defRPr>
            </a:defPPr>
            <a:lvl1pPr>
              <a:defRPr sz="3600" b="1">
                <a:solidFill>
                  <a:srgbClr val="0B233F"/>
                </a:solidFill>
                <a:latin typeface="Arial"/>
                <a:ea typeface="Arial"/>
                <a:cs typeface="Arial"/>
              </a:defRPr>
            </a:lvl1pPr>
            <a:lvl2pPr>
              <a:defRPr sz="3600" b="1">
                <a:solidFill>
                  <a:srgbClr val="0B233F"/>
                </a:solidFill>
                <a:latin typeface="Arial"/>
                <a:ea typeface="Arial"/>
                <a:cs typeface="Arial"/>
              </a:defRPr>
            </a:lvl2pPr>
            <a:lvl3pPr>
              <a:defRPr sz="3600" b="1">
                <a:solidFill>
                  <a:srgbClr val="0B233F"/>
                </a:solidFill>
                <a:latin typeface="Arial"/>
                <a:ea typeface="Arial"/>
                <a:cs typeface="Arial"/>
              </a:defRPr>
            </a:lvl3pPr>
            <a:lvl4pPr>
              <a:defRPr sz="3600" b="1">
                <a:solidFill>
                  <a:srgbClr val="0B233F"/>
                </a:solidFill>
                <a:latin typeface="Arial"/>
                <a:ea typeface="Arial"/>
                <a:cs typeface="Arial"/>
              </a:defRPr>
            </a:lvl4pPr>
            <a:lvl5pPr>
              <a:defRPr sz="3600" b="1">
                <a:solidFill>
                  <a:srgbClr val="0B233F"/>
                </a:solidFill>
                <a:latin typeface="Arial"/>
                <a:ea typeface="Arial"/>
                <a:cs typeface="Arial"/>
              </a:defRPr>
            </a:lvl5pPr>
            <a:lvl6pPr>
              <a:defRPr sz="3600" b="1">
                <a:solidFill>
                  <a:srgbClr val="0B233F"/>
                </a:solidFill>
                <a:latin typeface="Arial"/>
                <a:ea typeface="Arial"/>
                <a:cs typeface="Arial"/>
              </a:defRPr>
            </a:lvl6pPr>
            <a:lvl7pPr>
              <a:defRPr sz="3600" b="1">
                <a:solidFill>
                  <a:srgbClr val="0B233F"/>
                </a:solidFill>
                <a:latin typeface="Arial"/>
                <a:ea typeface="Arial"/>
                <a:cs typeface="Arial"/>
              </a:defRPr>
            </a:lvl7pPr>
            <a:lvl8pPr>
              <a:defRPr sz="3600" b="1">
                <a:solidFill>
                  <a:srgbClr val="0B233F"/>
                </a:solidFill>
                <a:latin typeface="Arial"/>
                <a:ea typeface="Arial"/>
                <a:cs typeface="Arial"/>
              </a:defRPr>
            </a:lvl8pPr>
            <a:lvl9pPr>
              <a:defRPr sz="3600" b="1">
                <a:solidFill>
                  <a:srgbClr val="0B233F"/>
                </a:solidFill>
                <a:latin typeface="Arial"/>
                <a:ea typeface="Arial"/>
                <a:cs typeface="Arial"/>
              </a:defRPr>
            </a:lvl9pPr>
          </a:lstStyle>
          <a:p xmlns:a="http://schemas.openxmlformats.org/drawingml/2006/main">
            <a:pPr>
              <a:defRPr sz="3600" b="1">
                <a:solidFill>
                  <a:srgbClr val="0B233F"/>
                </a:solidFill>
                <a:latin typeface="Arial"/>
                <a:ea typeface="Arial"/>
                <a:cs typeface="Arial"/>
              </a:defRPr>
            </a:pPr>
            <a:r>
              <a:rPr sz="3600" b="1">
                <a:solidFill>
                  <a:srgbClr val="0B233F"/>
                </a:solidFill>
                <a:latin typeface="Arial"/>
                <a:ea typeface="Arial"/>
                <a:cs typeface="Arial"/>
              </a:rPr>
              <a:t>Ampliaciones según la necesidad</a:t>
            </a:r>
          </a:p>
        </p:txBody>
      </p:sp>
      <p:sp>
        <p:nvSpPr>
          <p:cNvPr id="2" name="Stock-Quest">
            <a:extLst xmlns:a="http://schemas.openxmlformats.org/drawingml/2006/main">
              <a:ext uri="{FF2B5EF4-FFF2-40B4-BE49-F238E27FC236}">
                <a16:creationId xmlns:a16="http://schemas.microsoft.com/office/drawing/2014/main" id="{46629895-3B75-4771-90FA-9119C4A65DD9}"/>
              </a:ext>
            </a:extLst>
          </p:cNvPr>
          <p:cNvSpPr>
            <a:spLocks xmlns:a="http://schemas.openxmlformats.org/drawingml/2006/main" noGrp="1"/>
          </p:cNvSpPr>
          <p:nvPr/>
        </p:nvSpPr>
        <p:spPr>
          <a:xfrm xmlns:a="http://schemas.openxmlformats.org/drawingml/2006/main">
            <a:off x="685800" y="6448425"/>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Stock-Quest</a:t>
            </a:r>
          </a:p>
        </p:txBody>
      </p:sp>
      <p:sp>
        <p:nvSpPr>
          <p:cNvPr id="3" name="10">
            <a:extLst xmlns:a="http://schemas.openxmlformats.org/drawingml/2006/main">
              <a:ext uri="{FF2B5EF4-FFF2-40B4-BE49-F238E27FC236}">
                <a16:creationId xmlns:a16="http://schemas.microsoft.com/office/drawing/2014/main" id="{0B4ED7DC-9BFC-475C-B936-861561CAA1D0}"/>
              </a:ext>
            </a:extLst>
          </p:cNvPr>
          <p:cNvSpPr>
            <a:spLocks xmlns:a="http://schemas.openxmlformats.org/drawingml/2006/main" noGrp="1"/>
          </p:cNvSpPr>
          <p:nvPr/>
        </p:nvSpPr>
        <p:spPr>
          <a:xfrm xmlns:a="http://schemas.openxmlformats.org/drawingml/2006/main">
            <a:off x="11144250" y="64484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10</a:t>
            </a:r>
          </a:p>
        </p:txBody>
      </p:sp>
      <p:sp>
        <p:nvSpPr>
          <p:cNvPr id="4" name="Experiencia del navegador">
            <a:extLst xmlns:a="http://schemas.openxmlformats.org/drawingml/2006/main">
              <a:ext uri="{FF2B5EF4-FFF2-40B4-BE49-F238E27FC236}">
                <a16:creationId xmlns:a16="http://schemas.microsoft.com/office/drawing/2014/main" id="{E4616B5B-B335-4C8B-B86C-8B31AB9828E3}"/>
              </a:ext>
            </a:extLst>
          </p:cNvPr>
          <p:cNvSpPr>
            <a:spLocks xmlns:a="http://schemas.openxmlformats.org/drawingml/2006/main" noGrp="1"/>
          </p:cNvSpPr>
          <p:nvPr/>
        </p:nvSpPr>
        <p:spPr>
          <a:xfrm xmlns:a="http://schemas.openxmlformats.org/drawingml/2006/main">
            <a:off x="685800" y="1752600"/>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0B233F"/>
                </a:solidFill>
                <a:latin typeface="Arial"/>
                <a:ea typeface="Arial"/>
                <a:cs typeface="Arial"/>
              </a:defRPr>
            </a:defPPr>
            <a:lvl1pPr>
              <a:defRPr sz="2400" b="1">
                <a:solidFill>
                  <a:srgbClr val="0B233F"/>
                </a:solidFill>
                <a:latin typeface="Arial"/>
                <a:ea typeface="Arial"/>
                <a:cs typeface="Arial"/>
              </a:defRPr>
            </a:lvl1pPr>
            <a:lvl2pPr>
              <a:defRPr sz="2400" b="1">
                <a:solidFill>
                  <a:srgbClr val="0B233F"/>
                </a:solidFill>
                <a:latin typeface="Arial"/>
                <a:ea typeface="Arial"/>
                <a:cs typeface="Arial"/>
              </a:defRPr>
            </a:lvl2pPr>
            <a:lvl3pPr>
              <a:defRPr sz="2400" b="1">
                <a:solidFill>
                  <a:srgbClr val="0B233F"/>
                </a:solidFill>
                <a:latin typeface="Arial"/>
                <a:ea typeface="Arial"/>
                <a:cs typeface="Arial"/>
              </a:defRPr>
            </a:lvl3pPr>
            <a:lvl4pPr>
              <a:defRPr sz="2400" b="1">
                <a:solidFill>
                  <a:srgbClr val="0B233F"/>
                </a:solidFill>
                <a:latin typeface="Arial"/>
                <a:ea typeface="Arial"/>
                <a:cs typeface="Arial"/>
              </a:defRPr>
            </a:lvl4pPr>
            <a:lvl5pPr>
              <a:defRPr sz="2400" b="1">
                <a:solidFill>
                  <a:srgbClr val="0B233F"/>
                </a:solidFill>
                <a:latin typeface="Arial"/>
                <a:ea typeface="Arial"/>
                <a:cs typeface="Arial"/>
              </a:defRPr>
            </a:lvl5pPr>
            <a:lvl6pPr>
              <a:defRPr sz="2400" b="1">
                <a:solidFill>
                  <a:srgbClr val="0B233F"/>
                </a:solidFill>
                <a:latin typeface="Arial"/>
                <a:ea typeface="Arial"/>
                <a:cs typeface="Arial"/>
              </a:defRPr>
            </a:lvl6pPr>
            <a:lvl7pPr>
              <a:defRPr sz="2400" b="1">
                <a:solidFill>
                  <a:srgbClr val="0B233F"/>
                </a:solidFill>
                <a:latin typeface="Arial"/>
                <a:ea typeface="Arial"/>
                <a:cs typeface="Arial"/>
              </a:defRPr>
            </a:lvl7pPr>
            <a:lvl8pPr>
              <a:defRPr sz="2400" b="1">
                <a:solidFill>
                  <a:srgbClr val="0B233F"/>
                </a:solidFill>
                <a:latin typeface="Arial"/>
                <a:ea typeface="Arial"/>
                <a:cs typeface="Arial"/>
              </a:defRPr>
            </a:lvl8pPr>
            <a:lvl9pPr>
              <a:defRPr sz="2400" b="1">
                <a:solidFill>
                  <a:srgbClr val="0B233F"/>
                </a:solidFill>
                <a:latin typeface="Arial"/>
                <a:ea typeface="Arial"/>
                <a:cs typeface="Arial"/>
              </a:defRPr>
            </a:lvl9pPr>
          </a:lstStyle>
          <a:p xmlns:a="http://schemas.openxmlformats.org/drawingml/2006/main">
            <a:pPr>
              <a:defRPr sz="2400" b="1">
                <a:solidFill>
                  <a:srgbClr val="0B233F"/>
                </a:solidFill>
                <a:latin typeface="Arial"/>
                <a:ea typeface="Arial"/>
                <a:cs typeface="Arial"/>
              </a:defRPr>
            </a:pPr>
            <a:r>
              <a:rPr sz="2400" b="1">
                <a:solidFill>
                  <a:srgbClr val="0B233F"/>
                </a:solidFill>
                <a:latin typeface="Arial"/>
                <a:ea typeface="Arial"/>
                <a:cs typeface="Arial"/>
              </a:rPr>
              <a:t>Experiencia del navegador</a:t>
            </a:r>
          </a:p>
        </p:txBody>
      </p:sp>
      <p:sp>
        <p:nvSpPr>
          <p:cNvPr id="5" name="Añadir New Relic Browser a React&#10;para observar carga y errores&#10;de">
            <a:extLst xmlns:a="http://schemas.openxmlformats.org/drawingml/2006/main">
              <a:ext uri="{FF2B5EF4-FFF2-40B4-BE49-F238E27FC236}">
                <a16:creationId xmlns:a16="http://schemas.microsoft.com/office/drawing/2014/main" id="{D9325724-B45A-48E5-AF74-8592D1659F98}"/>
              </a:ext>
            </a:extLst>
          </p:cNvPr>
          <p:cNvSpPr>
            <a:spLocks xmlns:a="http://schemas.openxmlformats.org/drawingml/2006/main" noGrp="1"/>
          </p:cNvSpPr>
          <p:nvPr/>
        </p:nvSpPr>
        <p:spPr>
          <a:xfrm xmlns:a="http://schemas.openxmlformats.org/drawingml/2006/main">
            <a:off x="685800" y="2409825"/>
            <a:ext cx="4905375"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52D43"/>
                </a:solidFill>
                <a:latin typeface="Arial"/>
                <a:ea typeface="Arial"/>
                <a:cs typeface="Arial"/>
              </a:defRPr>
            </a:defPPr>
            <a:lvl1pPr>
              <a:defRPr sz="2250" b="0">
                <a:solidFill>
                  <a:srgbClr val="152D43"/>
                </a:solidFill>
                <a:latin typeface="Arial"/>
                <a:ea typeface="Arial"/>
                <a:cs typeface="Arial"/>
              </a:defRPr>
            </a:lvl1pPr>
            <a:lvl2pPr>
              <a:defRPr sz="2250" b="0">
                <a:solidFill>
                  <a:srgbClr val="152D43"/>
                </a:solidFill>
                <a:latin typeface="Arial"/>
                <a:ea typeface="Arial"/>
                <a:cs typeface="Arial"/>
              </a:defRPr>
            </a:lvl2pPr>
            <a:lvl3pPr>
              <a:defRPr sz="2250" b="0">
                <a:solidFill>
                  <a:srgbClr val="152D43"/>
                </a:solidFill>
                <a:latin typeface="Arial"/>
                <a:ea typeface="Arial"/>
                <a:cs typeface="Arial"/>
              </a:defRPr>
            </a:lvl3pPr>
            <a:lvl4pPr>
              <a:defRPr sz="2250" b="0">
                <a:solidFill>
                  <a:srgbClr val="152D43"/>
                </a:solidFill>
                <a:latin typeface="Arial"/>
                <a:ea typeface="Arial"/>
                <a:cs typeface="Arial"/>
              </a:defRPr>
            </a:lvl4pPr>
            <a:lvl5pPr>
              <a:defRPr sz="2250" b="0">
                <a:solidFill>
                  <a:srgbClr val="152D43"/>
                </a:solidFill>
                <a:latin typeface="Arial"/>
                <a:ea typeface="Arial"/>
                <a:cs typeface="Arial"/>
              </a:defRPr>
            </a:lvl5pPr>
            <a:lvl6pPr>
              <a:defRPr sz="2250" b="0">
                <a:solidFill>
                  <a:srgbClr val="152D43"/>
                </a:solidFill>
                <a:latin typeface="Arial"/>
                <a:ea typeface="Arial"/>
                <a:cs typeface="Arial"/>
              </a:defRPr>
            </a:lvl6pPr>
            <a:lvl7pPr>
              <a:defRPr sz="2250" b="0">
                <a:solidFill>
                  <a:srgbClr val="152D43"/>
                </a:solidFill>
                <a:latin typeface="Arial"/>
                <a:ea typeface="Arial"/>
                <a:cs typeface="Arial"/>
              </a:defRPr>
            </a:lvl7pPr>
            <a:lvl8pPr>
              <a:defRPr sz="2250" b="0">
                <a:solidFill>
                  <a:srgbClr val="152D43"/>
                </a:solidFill>
                <a:latin typeface="Arial"/>
                <a:ea typeface="Arial"/>
                <a:cs typeface="Arial"/>
              </a:defRPr>
            </a:lvl8pPr>
            <a:lvl9pPr>
              <a:defRPr sz="2250" b="0">
                <a:solidFill>
                  <a:srgbClr val="152D43"/>
                </a:solidFill>
                <a:latin typeface="Arial"/>
                <a:ea typeface="Arial"/>
                <a:cs typeface="Arial"/>
              </a:defRPr>
            </a:lvl9pPr>
          </a:lstStyle>
          <a:p xmlns:a="http://schemas.openxmlformats.org/drawingml/2006/main">
            <a:pPr>
              <a:defRPr sz="2250" b="0">
                <a:solidFill>
                  <a:srgbClr val="152D43"/>
                </a:solidFill>
                <a:latin typeface="Arial"/>
                <a:ea typeface="Arial"/>
                <a:cs typeface="Arial"/>
              </a:defRPr>
            </a:pPr>
            <a:r>
              <a:rPr sz="2250" b="0">
                <a:solidFill>
                  <a:srgbClr val="152D43"/>
                </a:solidFill>
                <a:latin typeface="Arial"/>
                <a:ea typeface="Arial"/>
                <a:cs typeface="Arial"/>
              </a:rPr>
              <a:t>Añadir New Relic Browser a React</a:t>
            </a:r>
          </a:p>
          <a:p xmlns:a="http://schemas.openxmlformats.org/drawingml/2006/main">
            <a:pPr>
              <a:defRPr sz="2250" b="0">
                <a:solidFill>
                  <a:srgbClr val="152D43"/>
                </a:solidFill>
                <a:latin typeface="Arial"/>
                <a:ea typeface="Arial"/>
                <a:cs typeface="Arial"/>
              </a:defRPr>
            </a:pPr>
            <a:r>
              <a:rPr sz="2250" b="0">
                <a:solidFill>
                  <a:srgbClr val="152D43"/>
                </a:solidFill>
                <a:latin typeface="Arial"/>
                <a:ea typeface="Arial"/>
                <a:cs typeface="Arial"/>
              </a:rPr>
              <a:t>para observar carga y errores</a:t>
            </a:r>
          </a:p>
          <a:p xmlns:a="http://schemas.openxmlformats.org/drawingml/2006/main">
            <a:pPr>
              <a:defRPr sz="2250" b="0">
                <a:solidFill>
                  <a:srgbClr val="152D43"/>
                </a:solidFill>
                <a:latin typeface="Arial"/>
                <a:ea typeface="Arial"/>
                <a:cs typeface="Arial"/>
              </a:defRPr>
            </a:pPr>
            <a:r>
              <a:rPr sz="2250" b="0">
                <a:solidFill>
                  <a:srgbClr val="152D43"/>
                </a:solidFill>
                <a:latin typeface="Arial"/>
                <a:ea typeface="Arial"/>
                <a:cs typeface="Arial"/>
              </a:rPr>
              <a:t>de JavaScript.</a:t>
            </a:r>
          </a:p>
        </p:txBody>
      </p:sp>
      <p:sp>
        <p:nvSpPr>
          <p:cNvPr id="6" name="Revisar la política CSP y usar&#10;la configuración Browser de la cue">
            <a:extLst xmlns:a="http://schemas.openxmlformats.org/drawingml/2006/main">
              <a:ext uri="{FF2B5EF4-FFF2-40B4-BE49-F238E27FC236}">
                <a16:creationId xmlns:a16="http://schemas.microsoft.com/office/drawing/2014/main" id="{E982634E-7437-4B86-972A-6BC32FAD43BB}"/>
              </a:ext>
            </a:extLst>
          </p:cNvPr>
          <p:cNvSpPr>
            <a:spLocks xmlns:a="http://schemas.openxmlformats.org/drawingml/2006/main" noGrp="1"/>
          </p:cNvSpPr>
          <p:nvPr/>
        </p:nvSpPr>
        <p:spPr>
          <a:xfrm xmlns:a="http://schemas.openxmlformats.org/drawingml/2006/main">
            <a:off x="685800" y="4276725"/>
            <a:ext cx="49053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575"/>
                </a:solidFill>
                <a:latin typeface="Arial"/>
                <a:ea typeface="Arial"/>
                <a:cs typeface="Arial"/>
              </a:defRPr>
            </a:defPPr>
            <a:lvl1pPr>
              <a:defRPr sz="2025" b="0">
                <a:solidFill>
                  <a:srgbClr val="526575"/>
                </a:solidFill>
                <a:latin typeface="Arial"/>
                <a:ea typeface="Arial"/>
                <a:cs typeface="Arial"/>
              </a:defRPr>
            </a:lvl1pPr>
            <a:lvl2pPr>
              <a:defRPr sz="2025" b="0">
                <a:solidFill>
                  <a:srgbClr val="526575"/>
                </a:solidFill>
                <a:latin typeface="Arial"/>
                <a:ea typeface="Arial"/>
                <a:cs typeface="Arial"/>
              </a:defRPr>
            </a:lvl2pPr>
            <a:lvl3pPr>
              <a:defRPr sz="2025" b="0">
                <a:solidFill>
                  <a:srgbClr val="526575"/>
                </a:solidFill>
                <a:latin typeface="Arial"/>
                <a:ea typeface="Arial"/>
                <a:cs typeface="Arial"/>
              </a:defRPr>
            </a:lvl3pPr>
            <a:lvl4pPr>
              <a:defRPr sz="2025" b="0">
                <a:solidFill>
                  <a:srgbClr val="526575"/>
                </a:solidFill>
                <a:latin typeface="Arial"/>
                <a:ea typeface="Arial"/>
                <a:cs typeface="Arial"/>
              </a:defRPr>
            </a:lvl4pPr>
            <a:lvl5pPr>
              <a:defRPr sz="2025" b="0">
                <a:solidFill>
                  <a:srgbClr val="526575"/>
                </a:solidFill>
                <a:latin typeface="Arial"/>
                <a:ea typeface="Arial"/>
                <a:cs typeface="Arial"/>
              </a:defRPr>
            </a:lvl5pPr>
            <a:lvl6pPr>
              <a:defRPr sz="2025" b="0">
                <a:solidFill>
                  <a:srgbClr val="526575"/>
                </a:solidFill>
                <a:latin typeface="Arial"/>
                <a:ea typeface="Arial"/>
                <a:cs typeface="Arial"/>
              </a:defRPr>
            </a:lvl6pPr>
            <a:lvl7pPr>
              <a:defRPr sz="2025" b="0">
                <a:solidFill>
                  <a:srgbClr val="526575"/>
                </a:solidFill>
                <a:latin typeface="Arial"/>
                <a:ea typeface="Arial"/>
                <a:cs typeface="Arial"/>
              </a:defRPr>
            </a:lvl7pPr>
            <a:lvl8pPr>
              <a:defRPr sz="2025" b="0">
                <a:solidFill>
                  <a:srgbClr val="526575"/>
                </a:solidFill>
                <a:latin typeface="Arial"/>
                <a:ea typeface="Arial"/>
                <a:cs typeface="Arial"/>
              </a:defRPr>
            </a:lvl8pPr>
            <a:lvl9pPr>
              <a:defRPr sz="2025" b="0">
                <a:solidFill>
                  <a:srgbClr val="526575"/>
                </a:solidFill>
                <a:latin typeface="Arial"/>
                <a:ea typeface="Arial"/>
                <a:cs typeface="Arial"/>
              </a:defRPr>
            </a:lvl9pPr>
          </a:lstStyle>
          <a:p xmlns:a="http://schemas.openxmlformats.org/drawingml/2006/main">
            <a:pPr>
              <a:defRPr sz="2025" b="0">
                <a:solidFill>
                  <a:srgbClr val="526575"/>
                </a:solidFill>
                <a:latin typeface="Arial"/>
                <a:ea typeface="Arial"/>
                <a:cs typeface="Arial"/>
              </a:defRPr>
            </a:pPr>
            <a:r>
              <a:rPr sz="2025" b="0">
                <a:solidFill>
                  <a:srgbClr val="526575"/>
                </a:solidFill>
                <a:latin typeface="Arial"/>
                <a:ea typeface="Arial"/>
                <a:cs typeface="Arial"/>
              </a:rPr>
              <a:t>Revisar la política CSP y usar</a:t>
            </a:r>
          </a:p>
          <a:p xmlns:a="http://schemas.openxmlformats.org/drawingml/2006/main">
            <a:pPr>
              <a:defRPr sz="2025" b="0">
                <a:solidFill>
                  <a:srgbClr val="526575"/>
                </a:solidFill>
                <a:latin typeface="Arial"/>
                <a:ea typeface="Arial"/>
                <a:cs typeface="Arial"/>
              </a:defRPr>
            </a:pPr>
            <a:r>
              <a:rPr sz="2025" b="0">
                <a:solidFill>
                  <a:srgbClr val="526575"/>
                </a:solidFill>
                <a:latin typeface="Arial"/>
                <a:ea typeface="Arial"/>
                <a:cs typeface="Arial"/>
              </a:rPr>
              <a:t>la configuración Browser de la cuenta.</a:t>
            </a:r>
          </a:p>
        </p:txBody>
      </p:sp>
      <p:sp>
        <p:nvSpPr>
          <p:cNvPr id="7" name="Disponibilidad de la API">
            <a:extLst xmlns:a="http://schemas.openxmlformats.org/drawingml/2006/main">
              <a:ext uri="{FF2B5EF4-FFF2-40B4-BE49-F238E27FC236}">
                <a16:creationId xmlns:a16="http://schemas.microsoft.com/office/drawing/2014/main" id="{9DC16E12-F71D-47DF-A05A-4E2C0563C01F}"/>
              </a:ext>
            </a:extLst>
          </p:cNvPr>
          <p:cNvSpPr>
            <a:spLocks xmlns:a="http://schemas.openxmlformats.org/drawingml/2006/main" noGrp="1"/>
          </p:cNvSpPr>
          <p:nvPr/>
        </p:nvSpPr>
        <p:spPr>
          <a:xfrm xmlns:a="http://schemas.openxmlformats.org/drawingml/2006/main">
            <a:off x="6743700" y="175260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0B233F"/>
                </a:solidFill>
                <a:latin typeface="Arial"/>
                <a:ea typeface="Arial"/>
                <a:cs typeface="Arial"/>
              </a:defRPr>
            </a:defPPr>
            <a:lvl1pPr>
              <a:defRPr sz="2400" b="1">
                <a:solidFill>
                  <a:srgbClr val="0B233F"/>
                </a:solidFill>
                <a:latin typeface="Arial"/>
                <a:ea typeface="Arial"/>
                <a:cs typeface="Arial"/>
              </a:defRPr>
            </a:lvl1pPr>
            <a:lvl2pPr>
              <a:defRPr sz="2400" b="1">
                <a:solidFill>
                  <a:srgbClr val="0B233F"/>
                </a:solidFill>
                <a:latin typeface="Arial"/>
                <a:ea typeface="Arial"/>
                <a:cs typeface="Arial"/>
              </a:defRPr>
            </a:lvl2pPr>
            <a:lvl3pPr>
              <a:defRPr sz="2400" b="1">
                <a:solidFill>
                  <a:srgbClr val="0B233F"/>
                </a:solidFill>
                <a:latin typeface="Arial"/>
                <a:ea typeface="Arial"/>
                <a:cs typeface="Arial"/>
              </a:defRPr>
            </a:lvl3pPr>
            <a:lvl4pPr>
              <a:defRPr sz="2400" b="1">
                <a:solidFill>
                  <a:srgbClr val="0B233F"/>
                </a:solidFill>
                <a:latin typeface="Arial"/>
                <a:ea typeface="Arial"/>
                <a:cs typeface="Arial"/>
              </a:defRPr>
            </a:lvl4pPr>
            <a:lvl5pPr>
              <a:defRPr sz="2400" b="1">
                <a:solidFill>
                  <a:srgbClr val="0B233F"/>
                </a:solidFill>
                <a:latin typeface="Arial"/>
                <a:ea typeface="Arial"/>
                <a:cs typeface="Arial"/>
              </a:defRPr>
            </a:lvl5pPr>
            <a:lvl6pPr>
              <a:defRPr sz="2400" b="1">
                <a:solidFill>
                  <a:srgbClr val="0B233F"/>
                </a:solidFill>
                <a:latin typeface="Arial"/>
                <a:ea typeface="Arial"/>
                <a:cs typeface="Arial"/>
              </a:defRPr>
            </a:lvl6pPr>
            <a:lvl7pPr>
              <a:defRPr sz="2400" b="1">
                <a:solidFill>
                  <a:srgbClr val="0B233F"/>
                </a:solidFill>
                <a:latin typeface="Arial"/>
                <a:ea typeface="Arial"/>
                <a:cs typeface="Arial"/>
              </a:defRPr>
            </a:lvl7pPr>
            <a:lvl8pPr>
              <a:defRPr sz="2400" b="1">
                <a:solidFill>
                  <a:srgbClr val="0B233F"/>
                </a:solidFill>
                <a:latin typeface="Arial"/>
                <a:ea typeface="Arial"/>
                <a:cs typeface="Arial"/>
              </a:defRPr>
            </a:lvl8pPr>
            <a:lvl9pPr>
              <a:defRPr sz="2400" b="1">
                <a:solidFill>
                  <a:srgbClr val="0B233F"/>
                </a:solidFill>
                <a:latin typeface="Arial"/>
                <a:ea typeface="Arial"/>
                <a:cs typeface="Arial"/>
              </a:defRPr>
            </a:lvl9pPr>
          </a:lstStyle>
          <a:p xmlns:a="http://schemas.openxmlformats.org/drawingml/2006/main">
            <a:pPr>
              <a:defRPr sz="2400" b="1">
                <a:solidFill>
                  <a:srgbClr val="0B233F"/>
                </a:solidFill>
                <a:latin typeface="Arial"/>
                <a:ea typeface="Arial"/>
                <a:cs typeface="Arial"/>
              </a:defRPr>
            </a:pPr>
            <a:r>
              <a:rPr sz="2400" b="1">
                <a:solidFill>
                  <a:srgbClr val="0B233F"/>
                </a:solidFill>
                <a:latin typeface="Arial"/>
                <a:ea typeface="Arial"/>
                <a:cs typeface="Arial"/>
              </a:rPr>
              <a:t>Disponibilidad de la API</a:t>
            </a:r>
          </a:p>
        </p:txBody>
      </p:sp>
      <p:sp>
        <p:nvSpPr>
          <p:cNvPr id="8" name="Añadir un monitor de URL&#10;sobre /api/health si se requiere&#10;detecci">
            <a:extLst xmlns:a="http://schemas.openxmlformats.org/drawingml/2006/main">
              <a:ext uri="{FF2B5EF4-FFF2-40B4-BE49-F238E27FC236}">
                <a16:creationId xmlns:a16="http://schemas.microsoft.com/office/drawing/2014/main" id="{C84B4BDD-6A30-4C4D-967C-8D3F76C98160}"/>
              </a:ext>
            </a:extLst>
          </p:cNvPr>
          <p:cNvSpPr>
            <a:spLocks xmlns:a="http://schemas.openxmlformats.org/drawingml/2006/main" noGrp="1"/>
          </p:cNvSpPr>
          <p:nvPr/>
        </p:nvSpPr>
        <p:spPr>
          <a:xfrm xmlns:a="http://schemas.openxmlformats.org/drawingml/2006/main">
            <a:off x="6743700" y="2409825"/>
            <a:ext cx="47625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52D43"/>
                </a:solidFill>
                <a:latin typeface="Arial"/>
                <a:ea typeface="Arial"/>
                <a:cs typeface="Arial"/>
              </a:defRPr>
            </a:defPPr>
            <a:lvl1pPr>
              <a:defRPr sz="2250" b="0">
                <a:solidFill>
                  <a:srgbClr val="152D43"/>
                </a:solidFill>
                <a:latin typeface="Arial"/>
                <a:ea typeface="Arial"/>
                <a:cs typeface="Arial"/>
              </a:defRPr>
            </a:lvl1pPr>
            <a:lvl2pPr>
              <a:defRPr sz="2250" b="0">
                <a:solidFill>
                  <a:srgbClr val="152D43"/>
                </a:solidFill>
                <a:latin typeface="Arial"/>
                <a:ea typeface="Arial"/>
                <a:cs typeface="Arial"/>
              </a:defRPr>
            </a:lvl2pPr>
            <a:lvl3pPr>
              <a:defRPr sz="2250" b="0">
                <a:solidFill>
                  <a:srgbClr val="152D43"/>
                </a:solidFill>
                <a:latin typeface="Arial"/>
                <a:ea typeface="Arial"/>
                <a:cs typeface="Arial"/>
              </a:defRPr>
            </a:lvl3pPr>
            <a:lvl4pPr>
              <a:defRPr sz="2250" b="0">
                <a:solidFill>
                  <a:srgbClr val="152D43"/>
                </a:solidFill>
                <a:latin typeface="Arial"/>
                <a:ea typeface="Arial"/>
                <a:cs typeface="Arial"/>
              </a:defRPr>
            </a:lvl4pPr>
            <a:lvl5pPr>
              <a:defRPr sz="2250" b="0">
                <a:solidFill>
                  <a:srgbClr val="152D43"/>
                </a:solidFill>
                <a:latin typeface="Arial"/>
                <a:ea typeface="Arial"/>
                <a:cs typeface="Arial"/>
              </a:defRPr>
            </a:lvl5pPr>
            <a:lvl6pPr>
              <a:defRPr sz="2250" b="0">
                <a:solidFill>
                  <a:srgbClr val="152D43"/>
                </a:solidFill>
                <a:latin typeface="Arial"/>
                <a:ea typeface="Arial"/>
                <a:cs typeface="Arial"/>
              </a:defRPr>
            </a:lvl6pPr>
            <a:lvl7pPr>
              <a:defRPr sz="2250" b="0">
                <a:solidFill>
                  <a:srgbClr val="152D43"/>
                </a:solidFill>
                <a:latin typeface="Arial"/>
                <a:ea typeface="Arial"/>
                <a:cs typeface="Arial"/>
              </a:defRPr>
            </a:lvl7pPr>
            <a:lvl8pPr>
              <a:defRPr sz="2250" b="0">
                <a:solidFill>
                  <a:srgbClr val="152D43"/>
                </a:solidFill>
                <a:latin typeface="Arial"/>
                <a:ea typeface="Arial"/>
                <a:cs typeface="Arial"/>
              </a:defRPr>
            </a:lvl8pPr>
            <a:lvl9pPr>
              <a:defRPr sz="2250" b="0">
                <a:solidFill>
                  <a:srgbClr val="152D43"/>
                </a:solidFill>
                <a:latin typeface="Arial"/>
                <a:ea typeface="Arial"/>
                <a:cs typeface="Arial"/>
              </a:defRPr>
            </a:lvl9pPr>
          </a:lstStyle>
          <a:p xmlns:a="http://schemas.openxmlformats.org/drawingml/2006/main">
            <a:pPr>
              <a:defRPr sz="2250" b="0">
                <a:solidFill>
                  <a:srgbClr val="152D43"/>
                </a:solidFill>
                <a:latin typeface="Arial"/>
                <a:ea typeface="Arial"/>
                <a:cs typeface="Arial"/>
              </a:defRPr>
            </a:pPr>
            <a:r>
              <a:rPr sz="2250" b="0">
                <a:solidFill>
                  <a:srgbClr val="152D43"/>
                </a:solidFill>
                <a:latin typeface="Arial"/>
                <a:ea typeface="Arial"/>
                <a:cs typeface="Arial"/>
              </a:rPr>
              <a:t>Añadir un monitor de URL</a:t>
            </a:r>
          </a:p>
          <a:p xmlns:a="http://schemas.openxmlformats.org/drawingml/2006/main">
            <a:pPr>
              <a:defRPr sz="2250" b="0">
                <a:solidFill>
                  <a:srgbClr val="152D43"/>
                </a:solidFill>
                <a:latin typeface="Arial"/>
                <a:ea typeface="Arial"/>
                <a:cs typeface="Arial"/>
              </a:defRPr>
            </a:pPr>
            <a:r>
              <a:rPr sz="2250" b="0">
                <a:solidFill>
                  <a:srgbClr val="152D43"/>
                </a:solidFill>
                <a:latin typeface="Arial"/>
                <a:ea typeface="Arial"/>
                <a:cs typeface="Arial"/>
              </a:rPr>
              <a:t>sobre /api/health si se requiere</a:t>
            </a:r>
          </a:p>
          <a:p xmlns:a="http://schemas.openxmlformats.org/drawingml/2006/main">
            <a:pPr>
              <a:defRPr sz="2250" b="0">
                <a:solidFill>
                  <a:srgbClr val="152D43"/>
                </a:solidFill>
                <a:latin typeface="Arial"/>
                <a:ea typeface="Arial"/>
                <a:cs typeface="Arial"/>
              </a:defRPr>
            </a:pPr>
            <a:r>
              <a:rPr sz="2250" b="0">
                <a:solidFill>
                  <a:srgbClr val="152D43"/>
                </a:solidFill>
                <a:latin typeface="Arial"/>
                <a:ea typeface="Arial"/>
                <a:cs typeface="Arial"/>
              </a:rPr>
              <a:t>detección durante la inactividad.</a:t>
            </a:r>
          </a:p>
        </p:txBody>
      </p:sp>
      <p:sp>
        <p:nvSpPr>
          <p:cNvPr id="9" name="Este endpoint confirma que el proceso&#10;responde. No comprueba Post">
            <a:extLst xmlns:a="http://schemas.openxmlformats.org/drawingml/2006/main">
              <a:ext uri="{FF2B5EF4-FFF2-40B4-BE49-F238E27FC236}">
                <a16:creationId xmlns:a16="http://schemas.microsoft.com/office/drawing/2014/main" id="{43B3262A-374F-4AE3-9657-36216255FA7C}"/>
              </a:ext>
            </a:extLst>
          </p:cNvPr>
          <p:cNvSpPr>
            <a:spLocks xmlns:a="http://schemas.openxmlformats.org/drawingml/2006/main" noGrp="1"/>
          </p:cNvSpPr>
          <p:nvPr/>
        </p:nvSpPr>
        <p:spPr>
          <a:xfrm xmlns:a="http://schemas.openxmlformats.org/drawingml/2006/main">
            <a:off x="6743700" y="4276725"/>
            <a:ext cx="4762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575"/>
                </a:solidFill>
                <a:latin typeface="Arial"/>
                <a:ea typeface="Arial"/>
                <a:cs typeface="Arial"/>
              </a:defRPr>
            </a:defPPr>
            <a:lvl1pPr>
              <a:defRPr sz="2025" b="0">
                <a:solidFill>
                  <a:srgbClr val="526575"/>
                </a:solidFill>
                <a:latin typeface="Arial"/>
                <a:ea typeface="Arial"/>
                <a:cs typeface="Arial"/>
              </a:defRPr>
            </a:lvl1pPr>
            <a:lvl2pPr>
              <a:defRPr sz="2025" b="0">
                <a:solidFill>
                  <a:srgbClr val="526575"/>
                </a:solidFill>
                <a:latin typeface="Arial"/>
                <a:ea typeface="Arial"/>
                <a:cs typeface="Arial"/>
              </a:defRPr>
            </a:lvl2pPr>
            <a:lvl3pPr>
              <a:defRPr sz="2025" b="0">
                <a:solidFill>
                  <a:srgbClr val="526575"/>
                </a:solidFill>
                <a:latin typeface="Arial"/>
                <a:ea typeface="Arial"/>
                <a:cs typeface="Arial"/>
              </a:defRPr>
            </a:lvl3pPr>
            <a:lvl4pPr>
              <a:defRPr sz="2025" b="0">
                <a:solidFill>
                  <a:srgbClr val="526575"/>
                </a:solidFill>
                <a:latin typeface="Arial"/>
                <a:ea typeface="Arial"/>
                <a:cs typeface="Arial"/>
              </a:defRPr>
            </a:lvl4pPr>
            <a:lvl5pPr>
              <a:defRPr sz="2025" b="0">
                <a:solidFill>
                  <a:srgbClr val="526575"/>
                </a:solidFill>
                <a:latin typeface="Arial"/>
                <a:ea typeface="Arial"/>
                <a:cs typeface="Arial"/>
              </a:defRPr>
            </a:lvl5pPr>
            <a:lvl6pPr>
              <a:defRPr sz="2025" b="0">
                <a:solidFill>
                  <a:srgbClr val="526575"/>
                </a:solidFill>
                <a:latin typeface="Arial"/>
                <a:ea typeface="Arial"/>
                <a:cs typeface="Arial"/>
              </a:defRPr>
            </a:lvl6pPr>
            <a:lvl7pPr>
              <a:defRPr sz="2025" b="0">
                <a:solidFill>
                  <a:srgbClr val="526575"/>
                </a:solidFill>
                <a:latin typeface="Arial"/>
                <a:ea typeface="Arial"/>
                <a:cs typeface="Arial"/>
              </a:defRPr>
            </a:lvl7pPr>
            <a:lvl8pPr>
              <a:defRPr sz="2025" b="0">
                <a:solidFill>
                  <a:srgbClr val="526575"/>
                </a:solidFill>
                <a:latin typeface="Arial"/>
                <a:ea typeface="Arial"/>
                <a:cs typeface="Arial"/>
              </a:defRPr>
            </a:lvl8pPr>
            <a:lvl9pPr>
              <a:defRPr sz="2025" b="0">
                <a:solidFill>
                  <a:srgbClr val="526575"/>
                </a:solidFill>
                <a:latin typeface="Arial"/>
                <a:ea typeface="Arial"/>
                <a:cs typeface="Arial"/>
              </a:defRPr>
            </a:lvl9pPr>
          </a:lstStyle>
          <a:p xmlns:a="http://schemas.openxmlformats.org/drawingml/2006/main">
            <a:pPr>
              <a:defRPr sz="2025" b="0">
                <a:solidFill>
                  <a:srgbClr val="526575"/>
                </a:solidFill>
                <a:latin typeface="Arial"/>
                <a:ea typeface="Arial"/>
                <a:cs typeface="Arial"/>
              </a:defRPr>
            </a:pPr>
            <a:r>
              <a:rPr sz="2025" b="0">
                <a:solidFill>
                  <a:srgbClr val="526575"/>
                </a:solidFill>
                <a:latin typeface="Arial"/>
                <a:ea typeface="Arial"/>
                <a:cs typeface="Arial"/>
              </a:rPr>
              <a:t>Este endpoint confirma que el proceso</a:t>
            </a:r>
          </a:p>
          <a:p xmlns:a="http://schemas.openxmlformats.org/drawingml/2006/main">
            <a:pPr>
              <a:defRPr sz="2025" b="0">
                <a:solidFill>
                  <a:srgbClr val="526575"/>
                </a:solidFill>
                <a:latin typeface="Arial"/>
                <a:ea typeface="Arial"/>
                <a:cs typeface="Arial"/>
              </a:defRPr>
            </a:pPr>
            <a:r>
              <a:rPr sz="2025" b="0">
                <a:solidFill>
                  <a:srgbClr val="526575"/>
                </a:solidFill>
                <a:latin typeface="Arial"/>
                <a:ea typeface="Arial"/>
                <a:cs typeface="Arial"/>
              </a:rPr>
              <a:t>responde. No comprueba PostgreSQL.</a:t>
            </a:r>
          </a:p>
        </p:txBody>
      </p:sp>
    </p:spTree>
    <p:extLst>
      <p:ext uri="{BB962C8B-B14F-4D97-AF65-F5344CB8AC3E}">
        <p14:creationId xmlns:p14="http://schemas.microsoft.com/office/powerpoint/2010/main" val="9330299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Validación de la implementación">
            <a:extLst xmlns:a="http://schemas.openxmlformats.org/drawingml/2006/main">
              <a:ext uri="{FF2B5EF4-FFF2-40B4-BE49-F238E27FC236}">
                <a16:creationId xmlns:a16="http://schemas.microsoft.com/office/drawing/2014/main" id="{E1286ED3-6F93-4F70-B60A-EDDE4BE2F850}"/>
              </a:ext>
            </a:extLst>
          </p:cNvPr>
          <p:cNvSpPr>
            <a:spLocks xmlns:a="http://schemas.openxmlformats.org/drawingml/2006/main" noGrp="1"/>
          </p:cNvSpPr>
          <p:nvPr/>
        </p:nvSpPr>
        <p:spPr>
          <a:xfrm xmlns:a="http://schemas.openxmlformats.org/drawingml/2006/main">
            <a:off x="685800" y="523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0B233F"/>
                </a:solidFill>
                <a:latin typeface="Arial"/>
                <a:ea typeface="Arial"/>
                <a:cs typeface="Arial"/>
              </a:defRPr>
            </a:defPPr>
            <a:lvl1pPr>
              <a:defRPr sz="3600" b="1">
                <a:solidFill>
                  <a:srgbClr val="0B233F"/>
                </a:solidFill>
                <a:latin typeface="Arial"/>
                <a:ea typeface="Arial"/>
                <a:cs typeface="Arial"/>
              </a:defRPr>
            </a:lvl1pPr>
            <a:lvl2pPr>
              <a:defRPr sz="3600" b="1">
                <a:solidFill>
                  <a:srgbClr val="0B233F"/>
                </a:solidFill>
                <a:latin typeface="Arial"/>
                <a:ea typeface="Arial"/>
                <a:cs typeface="Arial"/>
              </a:defRPr>
            </a:lvl2pPr>
            <a:lvl3pPr>
              <a:defRPr sz="3600" b="1">
                <a:solidFill>
                  <a:srgbClr val="0B233F"/>
                </a:solidFill>
                <a:latin typeface="Arial"/>
                <a:ea typeface="Arial"/>
                <a:cs typeface="Arial"/>
              </a:defRPr>
            </a:lvl3pPr>
            <a:lvl4pPr>
              <a:defRPr sz="3600" b="1">
                <a:solidFill>
                  <a:srgbClr val="0B233F"/>
                </a:solidFill>
                <a:latin typeface="Arial"/>
                <a:ea typeface="Arial"/>
                <a:cs typeface="Arial"/>
              </a:defRPr>
            </a:lvl4pPr>
            <a:lvl5pPr>
              <a:defRPr sz="3600" b="1">
                <a:solidFill>
                  <a:srgbClr val="0B233F"/>
                </a:solidFill>
                <a:latin typeface="Arial"/>
                <a:ea typeface="Arial"/>
                <a:cs typeface="Arial"/>
              </a:defRPr>
            </a:lvl5pPr>
            <a:lvl6pPr>
              <a:defRPr sz="3600" b="1">
                <a:solidFill>
                  <a:srgbClr val="0B233F"/>
                </a:solidFill>
                <a:latin typeface="Arial"/>
                <a:ea typeface="Arial"/>
                <a:cs typeface="Arial"/>
              </a:defRPr>
            </a:lvl6pPr>
            <a:lvl7pPr>
              <a:defRPr sz="3600" b="1">
                <a:solidFill>
                  <a:srgbClr val="0B233F"/>
                </a:solidFill>
                <a:latin typeface="Arial"/>
                <a:ea typeface="Arial"/>
                <a:cs typeface="Arial"/>
              </a:defRPr>
            </a:lvl7pPr>
            <a:lvl8pPr>
              <a:defRPr sz="3600" b="1">
                <a:solidFill>
                  <a:srgbClr val="0B233F"/>
                </a:solidFill>
                <a:latin typeface="Arial"/>
                <a:ea typeface="Arial"/>
                <a:cs typeface="Arial"/>
              </a:defRPr>
            </a:lvl8pPr>
            <a:lvl9pPr>
              <a:defRPr sz="3600" b="1">
                <a:solidFill>
                  <a:srgbClr val="0B233F"/>
                </a:solidFill>
                <a:latin typeface="Arial"/>
                <a:ea typeface="Arial"/>
                <a:cs typeface="Arial"/>
              </a:defRPr>
            </a:lvl9pPr>
          </a:lstStyle>
          <a:p xmlns:a="http://schemas.openxmlformats.org/drawingml/2006/main">
            <a:pPr>
              <a:defRPr sz="3600" b="1">
                <a:solidFill>
                  <a:srgbClr val="0B233F"/>
                </a:solidFill>
                <a:latin typeface="Arial"/>
                <a:ea typeface="Arial"/>
                <a:cs typeface="Arial"/>
              </a:defRPr>
            </a:pPr>
            <a:r>
              <a:rPr sz="3600" b="1">
                <a:solidFill>
                  <a:srgbClr val="0B233F"/>
                </a:solidFill>
                <a:latin typeface="Arial"/>
                <a:ea typeface="Arial"/>
                <a:cs typeface="Arial"/>
              </a:rPr>
              <a:t>Validación de la implementación</a:t>
            </a:r>
          </a:p>
        </p:txBody>
      </p:sp>
      <p:sp>
        <p:nvSpPr>
          <p:cNvPr id="2" name="Stock-Quest">
            <a:extLst xmlns:a="http://schemas.openxmlformats.org/drawingml/2006/main">
              <a:ext uri="{FF2B5EF4-FFF2-40B4-BE49-F238E27FC236}">
                <a16:creationId xmlns:a16="http://schemas.microsoft.com/office/drawing/2014/main" id="{9985679C-7673-4B7F-BA51-A45EED064039}"/>
              </a:ext>
            </a:extLst>
          </p:cNvPr>
          <p:cNvSpPr>
            <a:spLocks xmlns:a="http://schemas.openxmlformats.org/drawingml/2006/main" noGrp="1"/>
          </p:cNvSpPr>
          <p:nvPr/>
        </p:nvSpPr>
        <p:spPr>
          <a:xfrm xmlns:a="http://schemas.openxmlformats.org/drawingml/2006/main">
            <a:off x="685800" y="6448425"/>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Stock-Quest</a:t>
            </a:r>
          </a:p>
        </p:txBody>
      </p:sp>
      <p:sp>
        <p:nvSpPr>
          <p:cNvPr id="3" name="11">
            <a:extLst xmlns:a="http://schemas.openxmlformats.org/drawingml/2006/main">
              <a:ext uri="{FF2B5EF4-FFF2-40B4-BE49-F238E27FC236}">
                <a16:creationId xmlns:a16="http://schemas.microsoft.com/office/drawing/2014/main" id="{4751EAD3-3B07-4C32-B9BD-1827D8083639}"/>
              </a:ext>
            </a:extLst>
          </p:cNvPr>
          <p:cNvSpPr>
            <a:spLocks xmlns:a="http://schemas.openxmlformats.org/drawingml/2006/main" noGrp="1"/>
          </p:cNvSpPr>
          <p:nvPr/>
        </p:nvSpPr>
        <p:spPr>
          <a:xfrm xmlns:a="http://schemas.openxmlformats.org/drawingml/2006/main">
            <a:off x="11144250" y="64484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11</a:t>
            </a:r>
          </a:p>
        </p:txBody>
      </p:sp>
      <p:sp>
        <p:nvSpPr>
          <p:cNvPr id="4" name="01">
            <a:extLst xmlns:a="http://schemas.openxmlformats.org/drawingml/2006/main">
              <a:ext uri="{FF2B5EF4-FFF2-40B4-BE49-F238E27FC236}">
                <a16:creationId xmlns:a16="http://schemas.microsoft.com/office/drawing/2014/main" id="{9D1BD897-8B89-44AF-B68A-F63B3BAAECE5}"/>
              </a:ext>
            </a:extLst>
          </p:cNvPr>
          <p:cNvSpPr>
            <a:spLocks xmlns:a="http://schemas.openxmlformats.org/drawingml/2006/main" noGrp="1"/>
          </p:cNvSpPr>
          <p:nvPr/>
        </p:nvSpPr>
        <p:spPr>
          <a:xfrm xmlns:a="http://schemas.openxmlformats.org/drawingml/2006/main">
            <a:off x="685800" y="16573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E9850C"/>
                </a:solidFill>
                <a:latin typeface="Arial"/>
                <a:ea typeface="Arial"/>
                <a:cs typeface="Arial"/>
              </a:defRPr>
            </a:defPPr>
            <a:lvl1pPr>
              <a:defRPr sz="2850" b="1">
                <a:solidFill>
                  <a:srgbClr val="E9850C"/>
                </a:solidFill>
                <a:latin typeface="Arial"/>
                <a:ea typeface="Arial"/>
                <a:cs typeface="Arial"/>
              </a:defRPr>
            </a:lvl1pPr>
            <a:lvl2pPr>
              <a:defRPr sz="2850" b="1">
                <a:solidFill>
                  <a:srgbClr val="E9850C"/>
                </a:solidFill>
                <a:latin typeface="Arial"/>
                <a:ea typeface="Arial"/>
                <a:cs typeface="Arial"/>
              </a:defRPr>
            </a:lvl2pPr>
            <a:lvl3pPr>
              <a:defRPr sz="2850" b="1">
                <a:solidFill>
                  <a:srgbClr val="E9850C"/>
                </a:solidFill>
                <a:latin typeface="Arial"/>
                <a:ea typeface="Arial"/>
                <a:cs typeface="Arial"/>
              </a:defRPr>
            </a:lvl3pPr>
            <a:lvl4pPr>
              <a:defRPr sz="2850" b="1">
                <a:solidFill>
                  <a:srgbClr val="E9850C"/>
                </a:solidFill>
                <a:latin typeface="Arial"/>
                <a:ea typeface="Arial"/>
                <a:cs typeface="Arial"/>
              </a:defRPr>
            </a:lvl4pPr>
            <a:lvl5pPr>
              <a:defRPr sz="2850" b="1">
                <a:solidFill>
                  <a:srgbClr val="E9850C"/>
                </a:solidFill>
                <a:latin typeface="Arial"/>
                <a:ea typeface="Arial"/>
                <a:cs typeface="Arial"/>
              </a:defRPr>
            </a:lvl5pPr>
            <a:lvl6pPr>
              <a:defRPr sz="2850" b="1">
                <a:solidFill>
                  <a:srgbClr val="E9850C"/>
                </a:solidFill>
                <a:latin typeface="Arial"/>
                <a:ea typeface="Arial"/>
                <a:cs typeface="Arial"/>
              </a:defRPr>
            </a:lvl6pPr>
            <a:lvl7pPr>
              <a:defRPr sz="2850" b="1">
                <a:solidFill>
                  <a:srgbClr val="E9850C"/>
                </a:solidFill>
                <a:latin typeface="Arial"/>
                <a:ea typeface="Arial"/>
                <a:cs typeface="Arial"/>
              </a:defRPr>
            </a:lvl7pPr>
            <a:lvl8pPr>
              <a:defRPr sz="2850" b="1">
                <a:solidFill>
                  <a:srgbClr val="E9850C"/>
                </a:solidFill>
                <a:latin typeface="Arial"/>
                <a:ea typeface="Arial"/>
                <a:cs typeface="Arial"/>
              </a:defRPr>
            </a:lvl8pPr>
            <a:lvl9pPr>
              <a:defRPr sz="2850" b="1">
                <a:solidFill>
                  <a:srgbClr val="E9850C"/>
                </a:solidFill>
                <a:latin typeface="Arial"/>
                <a:ea typeface="Arial"/>
                <a:cs typeface="Arial"/>
              </a:defRPr>
            </a:lvl9pPr>
          </a:lstStyle>
          <a:p xmlns:a="http://schemas.openxmlformats.org/drawingml/2006/main">
            <a:pPr>
              <a:defRPr sz="2850" b="1">
                <a:solidFill>
                  <a:srgbClr val="E9850C"/>
                </a:solidFill>
                <a:latin typeface="Arial"/>
                <a:ea typeface="Arial"/>
                <a:cs typeface="Arial"/>
              </a:defRPr>
            </a:pPr>
            <a:r>
              <a:rPr sz="2850" b="1">
                <a:solidFill>
                  <a:srgbClr val="E9850C"/>
                </a:solidFill>
                <a:latin typeface="Arial"/>
                <a:ea typeface="Arial"/>
                <a:cs typeface="Arial"/>
              </a:rPr>
              <a:t>01</a:t>
            </a:r>
          </a:p>
        </p:txBody>
      </p:sp>
      <p:sp>
        <p:nvSpPr>
          <p:cNvPr id="5" name="Confirmar la recepción">
            <a:extLst xmlns:a="http://schemas.openxmlformats.org/drawingml/2006/main">
              <a:ext uri="{FF2B5EF4-FFF2-40B4-BE49-F238E27FC236}">
                <a16:creationId xmlns:a16="http://schemas.microsoft.com/office/drawing/2014/main" id="{DF5BB7F1-1C34-483A-B4A3-AE46F4C60D96}"/>
              </a:ext>
            </a:extLst>
          </p:cNvPr>
          <p:cNvSpPr>
            <a:spLocks xmlns:a="http://schemas.openxmlformats.org/drawingml/2006/main" noGrp="1"/>
          </p:cNvSpPr>
          <p:nvPr/>
        </p:nvSpPr>
        <p:spPr>
          <a:xfrm xmlns:a="http://schemas.openxmlformats.org/drawingml/2006/main">
            <a:off x="1581150" y="1657350"/>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B233F"/>
                </a:solidFill>
                <a:latin typeface="Arial"/>
                <a:ea typeface="Arial"/>
                <a:cs typeface="Arial"/>
              </a:defRPr>
            </a:defPPr>
            <a:lvl1pPr>
              <a:defRPr sz="2250" b="1">
                <a:solidFill>
                  <a:srgbClr val="0B233F"/>
                </a:solidFill>
                <a:latin typeface="Arial"/>
                <a:ea typeface="Arial"/>
                <a:cs typeface="Arial"/>
              </a:defRPr>
            </a:lvl1pPr>
            <a:lvl2pPr>
              <a:defRPr sz="2250" b="1">
                <a:solidFill>
                  <a:srgbClr val="0B233F"/>
                </a:solidFill>
                <a:latin typeface="Arial"/>
                <a:ea typeface="Arial"/>
                <a:cs typeface="Arial"/>
              </a:defRPr>
            </a:lvl2pPr>
            <a:lvl3pPr>
              <a:defRPr sz="2250" b="1">
                <a:solidFill>
                  <a:srgbClr val="0B233F"/>
                </a:solidFill>
                <a:latin typeface="Arial"/>
                <a:ea typeface="Arial"/>
                <a:cs typeface="Arial"/>
              </a:defRPr>
            </a:lvl3pPr>
            <a:lvl4pPr>
              <a:defRPr sz="2250" b="1">
                <a:solidFill>
                  <a:srgbClr val="0B233F"/>
                </a:solidFill>
                <a:latin typeface="Arial"/>
                <a:ea typeface="Arial"/>
                <a:cs typeface="Arial"/>
              </a:defRPr>
            </a:lvl4pPr>
            <a:lvl5pPr>
              <a:defRPr sz="2250" b="1">
                <a:solidFill>
                  <a:srgbClr val="0B233F"/>
                </a:solidFill>
                <a:latin typeface="Arial"/>
                <a:ea typeface="Arial"/>
                <a:cs typeface="Arial"/>
              </a:defRPr>
            </a:lvl5pPr>
            <a:lvl6pPr>
              <a:defRPr sz="2250" b="1">
                <a:solidFill>
                  <a:srgbClr val="0B233F"/>
                </a:solidFill>
                <a:latin typeface="Arial"/>
                <a:ea typeface="Arial"/>
                <a:cs typeface="Arial"/>
              </a:defRPr>
            </a:lvl6pPr>
            <a:lvl7pPr>
              <a:defRPr sz="2250" b="1">
                <a:solidFill>
                  <a:srgbClr val="0B233F"/>
                </a:solidFill>
                <a:latin typeface="Arial"/>
                <a:ea typeface="Arial"/>
                <a:cs typeface="Arial"/>
              </a:defRPr>
            </a:lvl7pPr>
            <a:lvl8pPr>
              <a:defRPr sz="2250" b="1">
                <a:solidFill>
                  <a:srgbClr val="0B233F"/>
                </a:solidFill>
                <a:latin typeface="Arial"/>
                <a:ea typeface="Arial"/>
                <a:cs typeface="Arial"/>
              </a:defRPr>
            </a:lvl8pPr>
            <a:lvl9pPr>
              <a:defRPr sz="2250" b="1">
                <a:solidFill>
                  <a:srgbClr val="0B233F"/>
                </a:solidFill>
                <a:latin typeface="Arial"/>
                <a:ea typeface="Arial"/>
                <a:cs typeface="Arial"/>
              </a:defRPr>
            </a:lvl9pPr>
          </a:lstStyle>
          <a:p xmlns:a="http://schemas.openxmlformats.org/drawingml/2006/main">
            <a:pPr>
              <a:defRPr sz="2250" b="1">
                <a:solidFill>
                  <a:srgbClr val="0B233F"/>
                </a:solidFill>
                <a:latin typeface="Arial"/>
                <a:ea typeface="Arial"/>
                <a:cs typeface="Arial"/>
              </a:defRPr>
            </a:pPr>
            <a:r>
              <a:rPr sz="2250" b="1">
                <a:solidFill>
                  <a:srgbClr val="0B233F"/>
                </a:solidFill>
                <a:latin typeface="Arial"/>
                <a:ea typeface="Arial"/>
                <a:cs typeface="Arial"/>
              </a:rPr>
              <a:t>Confirmar la recepción</a:t>
            </a:r>
          </a:p>
        </p:txBody>
      </p:sp>
      <p:sp>
        <p:nvSpPr>
          <p:cNvPr id="6" name="La entidad StockQuest-API aparece y registra solicitudes reales.">
            <a:extLst xmlns:a="http://schemas.openxmlformats.org/drawingml/2006/main">
              <a:ext uri="{FF2B5EF4-FFF2-40B4-BE49-F238E27FC236}">
                <a16:creationId xmlns:a16="http://schemas.microsoft.com/office/drawing/2014/main" id="{378AA585-D26E-436F-A934-7AF907617350}"/>
              </a:ext>
            </a:extLst>
          </p:cNvPr>
          <p:cNvSpPr>
            <a:spLocks xmlns:a="http://schemas.openxmlformats.org/drawingml/2006/main" noGrp="1"/>
          </p:cNvSpPr>
          <p:nvPr/>
        </p:nvSpPr>
        <p:spPr>
          <a:xfrm xmlns:a="http://schemas.openxmlformats.org/drawingml/2006/main">
            <a:off x="1581150" y="2114550"/>
            <a:ext cx="962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575"/>
                </a:solidFill>
                <a:latin typeface="Arial"/>
                <a:ea typeface="Arial"/>
                <a:cs typeface="Arial"/>
              </a:defRPr>
            </a:defPPr>
            <a:lvl1pPr>
              <a:defRPr sz="1950" b="0">
                <a:solidFill>
                  <a:srgbClr val="526575"/>
                </a:solidFill>
                <a:latin typeface="Arial"/>
                <a:ea typeface="Arial"/>
                <a:cs typeface="Arial"/>
              </a:defRPr>
            </a:lvl1pPr>
            <a:lvl2pPr>
              <a:defRPr sz="1950" b="0">
                <a:solidFill>
                  <a:srgbClr val="526575"/>
                </a:solidFill>
                <a:latin typeface="Arial"/>
                <a:ea typeface="Arial"/>
                <a:cs typeface="Arial"/>
              </a:defRPr>
            </a:lvl2pPr>
            <a:lvl3pPr>
              <a:defRPr sz="1950" b="0">
                <a:solidFill>
                  <a:srgbClr val="526575"/>
                </a:solidFill>
                <a:latin typeface="Arial"/>
                <a:ea typeface="Arial"/>
                <a:cs typeface="Arial"/>
              </a:defRPr>
            </a:lvl3pPr>
            <a:lvl4pPr>
              <a:defRPr sz="1950" b="0">
                <a:solidFill>
                  <a:srgbClr val="526575"/>
                </a:solidFill>
                <a:latin typeface="Arial"/>
                <a:ea typeface="Arial"/>
                <a:cs typeface="Arial"/>
              </a:defRPr>
            </a:lvl4pPr>
            <a:lvl5pPr>
              <a:defRPr sz="1950" b="0">
                <a:solidFill>
                  <a:srgbClr val="526575"/>
                </a:solidFill>
                <a:latin typeface="Arial"/>
                <a:ea typeface="Arial"/>
                <a:cs typeface="Arial"/>
              </a:defRPr>
            </a:lvl5pPr>
            <a:lvl6pPr>
              <a:defRPr sz="1950" b="0">
                <a:solidFill>
                  <a:srgbClr val="526575"/>
                </a:solidFill>
                <a:latin typeface="Arial"/>
                <a:ea typeface="Arial"/>
                <a:cs typeface="Arial"/>
              </a:defRPr>
            </a:lvl6pPr>
            <a:lvl7pPr>
              <a:defRPr sz="1950" b="0">
                <a:solidFill>
                  <a:srgbClr val="526575"/>
                </a:solidFill>
                <a:latin typeface="Arial"/>
                <a:ea typeface="Arial"/>
                <a:cs typeface="Arial"/>
              </a:defRPr>
            </a:lvl7pPr>
            <a:lvl8pPr>
              <a:defRPr sz="1950" b="0">
                <a:solidFill>
                  <a:srgbClr val="526575"/>
                </a:solidFill>
                <a:latin typeface="Arial"/>
                <a:ea typeface="Arial"/>
                <a:cs typeface="Arial"/>
              </a:defRPr>
            </a:lvl8pPr>
            <a:lvl9pPr>
              <a:defRPr sz="1950" b="0">
                <a:solidFill>
                  <a:srgbClr val="526575"/>
                </a:solidFill>
                <a:latin typeface="Arial"/>
                <a:ea typeface="Arial"/>
                <a:cs typeface="Arial"/>
              </a:defRPr>
            </a:lvl9pPr>
          </a:lstStyle>
          <a:p xmlns:a="http://schemas.openxmlformats.org/drawingml/2006/main">
            <a:pPr>
              <a:defRPr sz="1950" b="0">
                <a:solidFill>
                  <a:srgbClr val="526575"/>
                </a:solidFill>
                <a:latin typeface="Arial"/>
                <a:ea typeface="Arial"/>
                <a:cs typeface="Arial"/>
              </a:defRPr>
            </a:pPr>
            <a:r>
              <a:rPr sz="1950" b="0">
                <a:solidFill>
                  <a:srgbClr val="526575"/>
                </a:solidFill>
                <a:latin typeface="Arial"/>
                <a:ea typeface="Arial"/>
                <a:cs typeface="Arial"/>
              </a:rPr>
              <a:t>La entidad StockQuest-API aparece y registra solicitudes reales.</a:t>
            </a:r>
          </a:p>
        </p:txBody>
      </p:sp>
      <p:sp>
        <p:nvSpPr>
          <p:cNvPr id="7" name="02">
            <a:extLst xmlns:a="http://schemas.openxmlformats.org/drawingml/2006/main">
              <a:ext uri="{FF2B5EF4-FFF2-40B4-BE49-F238E27FC236}">
                <a16:creationId xmlns:a16="http://schemas.microsoft.com/office/drawing/2014/main" id="{82D07563-ED29-4D38-A5CF-520C177F0638}"/>
              </a:ext>
            </a:extLst>
          </p:cNvPr>
          <p:cNvSpPr>
            <a:spLocks xmlns:a="http://schemas.openxmlformats.org/drawingml/2006/main" noGrp="1"/>
          </p:cNvSpPr>
          <p:nvPr/>
        </p:nvSpPr>
        <p:spPr>
          <a:xfrm xmlns:a="http://schemas.openxmlformats.org/drawingml/2006/main">
            <a:off x="685800" y="29622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E9850C"/>
                </a:solidFill>
                <a:latin typeface="Arial"/>
                <a:ea typeface="Arial"/>
                <a:cs typeface="Arial"/>
              </a:defRPr>
            </a:defPPr>
            <a:lvl1pPr>
              <a:defRPr sz="2850" b="1">
                <a:solidFill>
                  <a:srgbClr val="E9850C"/>
                </a:solidFill>
                <a:latin typeface="Arial"/>
                <a:ea typeface="Arial"/>
                <a:cs typeface="Arial"/>
              </a:defRPr>
            </a:lvl1pPr>
            <a:lvl2pPr>
              <a:defRPr sz="2850" b="1">
                <a:solidFill>
                  <a:srgbClr val="E9850C"/>
                </a:solidFill>
                <a:latin typeface="Arial"/>
                <a:ea typeface="Arial"/>
                <a:cs typeface="Arial"/>
              </a:defRPr>
            </a:lvl2pPr>
            <a:lvl3pPr>
              <a:defRPr sz="2850" b="1">
                <a:solidFill>
                  <a:srgbClr val="E9850C"/>
                </a:solidFill>
                <a:latin typeface="Arial"/>
                <a:ea typeface="Arial"/>
                <a:cs typeface="Arial"/>
              </a:defRPr>
            </a:lvl3pPr>
            <a:lvl4pPr>
              <a:defRPr sz="2850" b="1">
                <a:solidFill>
                  <a:srgbClr val="E9850C"/>
                </a:solidFill>
                <a:latin typeface="Arial"/>
                <a:ea typeface="Arial"/>
                <a:cs typeface="Arial"/>
              </a:defRPr>
            </a:lvl4pPr>
            <a:lvl5pPr>
              <a:defRPr sz="2850" b="1">
                <a:solidFill>
                  <a:srgbClr val="E9850C"/>
                </a:solidFill>
                <a:latin typeface="Arial"/>
                <a:ea typeface="Arial"/>
                <a:cs typeface="Arial"/>
              </a:defRPr>
            </a:lvl5pPr>
            <a:lvl6pPr>
              <a:defRPr sz="2850" b="1">
                <a:solidFill>
                  <a:srgbClr val="E9850C"/>
                </a:solidFill>
                <a:latin typeface="Arial"/>
                <a:ea typeface="Arial"/>
                <a:cs typeface="Arial"/>
              </a:defRPr>
            </a:lvl6pPr>
            <a:lvl7pPr>
              <a:defRPr sz="2850" b="1">
                <a:solidFill>
                  <a:srgbClr val="E9850C"/>
                </a:solidFill>
                <a:latin typeface="Arial"/>
                <a:ea typeface="Arial"/>
                <a:cs typeface="Arial"/>
              </a:defRPr>
            </a:lvl7pPr>
            <a:lvl8pPr>
              <a:defRPr sz="2850" b="1">
                <a:solidFill>
                  <a:srgbClr val="E9850C"/>
                </a:solidFill>
                <a:latin typeface="Arial"/>
                <a:ea typeface="Arial"/>
                <a:cs typeface="Arial"/>
              </a:defRPr>
            </a:lvl8pPr>
            <a:lvl9pPr>
              <a:defRPr sz="2850" b="1">
                <a:solidFill>
                  <a:srgbClr val="E9850C"/>
                </a:solidFill>
                <a:latin typeface="Arial"/>
                <a:ea typeface="Arial"/>
                <a:cs typeface="Arial"/>
              </a:defRPr>
            </a:lvl9pPr>
          </a:lstStyle>
          <a:p xmlns:a="http://schemas.openxmlformats.org/drawingml/2006/main">
            <a:pPr>
              <a:defRPr sz="2850" b="1">
                <a:solidFill>
                  <a:srgbClr val="E9850C"/>
                </a:solidFill>
                <a:latin typeface="Arial"/>
                <a:ea typeface="Arial"/>
                <a:cs typeface="Arial"/>
              </a:defRPr>
            </a:pPr>
            <a:r>
              <a:rPr sz="2850" b="1">
                <a:solidFill>
                  <a:srgbClr val="E9850C"/>
                </a:solidFill>
                <a:latin typeface="Arial"/>
                <a:ea typeface="Arial"/>
                <a:cs typeface="Arial"/>
              </a:rPr>
              <a:t>02</a:t>
            </a:r>
          </a:p>
        </p:txBody>
      </p:sp>
      <p:sp>
        <p:nvSpPr>
          <p:cNvPr id="8" name="Ejecutar los flujos principales">
            <a:extLst xmlns:a="http://schemas.openxmlformats.org/drawingml/2006/main">
              <a:ext uri="{FF2B5EF4-FFF2-40B4-BE49-F238E27FC236}">
                <a16:creationId xmlns:a16="http://schemas.microsoft.com/office/drawing/2014/main" id="{8F2593E5-8BBC-4510-AF56-C16C5006B723}"/>
              </a:ext>
            </a:extLst>
          </p:cNvPr>
          <p:cNvSpPr>
            <a:spLocks xmlns:a="http://schemas.openxmlformats.org/drawingml/2006/main" noGrp="1"/>
          </p:cNvSpPr>
          <p:nvPr/>
        </p:nvSpPr>
        <p:spPr>
          <a:xfrm xmlns:a="http://schemas.openxmlformats.org/drawingml/2006/main">
            <a:off x="1581150" y="2962275"/>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B233F"/>
                </a:solidFill>
                <a:latin typeface="Arial"/>
                <a:ea typeface="Arial"/>
                <a:cs typeface="Arial"/>
              </a:defRPr>
            </a:defPPr>
            <a:lvl1pPr>
              <a:defRPr sz="2250" b="1">
                <a:solidFill>
                  <a:srgbClr val="0B233F"/>
                </a:solidFill>
                <a:latin typeface="Arial"/>
                <a:ea typeface="Arial"/>
                <a:cs typeface="Arial"/>
              </a:defRPr>
            </a:lvl1pPr>
            <a:lvl2pPr>
              <a:defRPr sz="2250" b="1">
                <a:solidFill>
                  <a:srgbClr val="0B233F"/>
                </a:solidFill>
                <a:latin typeface="Arial"/>
                <a:ea typeface="Arial"/>
                <a:cs typeface="Arial"/>
              </a:defRPr>
            </a:lvl2pPr>
            <a:lvl3pPr>
              <a:defRPr sz="2250" b="1">
                <a:solidFill>
                  <a:srgbClr val="0B233F"/>
                </a:solidFill>
                <a:latin typeface="Arial"/>
                <a:ea typeface="Arial"/>
                <a:cs typeface="Arial"/>
              </a:defRPr>
            </a:lvl3pPr>
            <a:lvl4pPr>
              <a:defRPr sz="2250" b="1">
                <a:solidFill>
                  <a:srgbClr val="0B233F"/>
                </a:solidFill>
                <a:latin typeface="Arial"/>
                <a:ea typeface="Arial"/>
                <a:cs typeface="Arial"/>
              </a:defRPr>
            </a:lvl4pPr>
            <a:lvl5pPr>
              <a:defRPr sz="2250" b="1">
                <a:solidFill>
                  <a:srgbClr val="0B233F"/>
                </a:solidFill>
                <a:latin typeface="Arial"/>
                <a:ea typeface="Arial"/>
                <a:cs typeface="Arial"/>
              </a:defRPr>
            </a:lvl5pPr>
            <a:lvl6pPr>
              <a:defRPr sz="2250" b="1">
                <a:solidFill>
                  <a:srgbClr val="0B233F"/>
                </a:solidFill>
                <a:latin typeface="Arial"/>
                <a:ea typeface="Arial"/>
                <a:cs typeface="Arial"/>
              </a:defRPr>
            </a:lvl6pPr>
            <a:lvl7pPr>
              <a:defRPr sz="2250" b="1">
                <a:solidFill>
                  <a:srgbClr val="0B233F"/>
                </a:solidFill>
                <a:latin typeface="Arial"/>
                <a:ea typeface="Arial"/>
                <a:cs typeface="Arial"/>
              </a:defRPr>
            </a:lvl7pPr>
            <a:lvl8pPr>
              <a:defRPr sz="2250" b="1">
                <a:solidFill>
                  <a:srgbClr val="0B233F"/>
                </a:solidFill>
                <a:latin typeface="Arial"/>
                <a:ea typeface="Arial"/>
                <a:cs typeface="Arial"/>
              </a:defRPr>
            </a:lvl8pPr>
            <a:lvl9pPr>
              <a:defRPr sz="2250" b="1">
                <a:solidFill>
                  <a:srgbClr val="0B233F"/>
                </a:solidFill>
                <a:latin typeface="Arial"/>
                <a:ea typeface="Arial"/>
                <a:cs typeface="Arial"/>
              </a:defRPr>
            </a:lvl9pPr>
          </a:lstStyle>
          <a:p xmlns:a="http://schemas.openxmlformats.org/drawingml/2006/main">
            <a:pPr>
              <a:defRPr sz="2250" b="1">
                <a:solidFill>
                  <a:srgbClr val="0B233F"/>
                </a:solidFill>
                <a:latin typeface="Arial"/>
                <a:ea typeface="Arial"/>
                <a:cs typeface="Arial"/>
              </a:defRPr>
            </a:pPr>
            <a:r>
              <a:rPr sz="2250" b="1">
                <a:solidFill>
                  <a:srgbClr val="0B233F"/>
                </a:solidFill>
                <a:latin typeface="Arial"/>
                <a:ea typeface="Arial"/>
                <a:cs typeface="Arial"/>
              </a:rPr>
              <a:t>Ejecutar los flujos principales</a:t>
            </a:r>
          </a:p>
        </p:txBody>
      </p:sp>
      <p:sp>
        <p:nvSpPr>
          <p:cNvPr id="9" name="Iniciar sesión, cargar módulos y completar una simulación de prue">
            <a:extLst xmlns:a="http://schemas.openxmlformats.org/drawingml/2006/main">
              <a:ext uri="{FF2B5EF4-FFF2-40B4-BE49-F238E27FC236}">
                <a16:creationId xmlns:a16="http://schemas.microsoft.com/office/drawing/2014/main" id="{23439EF4-E3A3-4F87-B4CC-34233BB91AAC}"/>
              </a:ext>
            </a:extLst>
          </p:cNvPr>
          <p:cNvSpPr>
            <a:spLocks xmlns:a="http://schemas.openxmlformats.org/drawingml/2006/main" noGrp="1"/>
          </p:cNvSpPr>
          <p:nvPr/>
        </p:nvSpPr>
        <p:spPr>
          <a:xfrm xmlns:a="http://schemas.openxmlformats.org/drawingml/2006/main">
            <a:off x="1581150" y="3419475"/>
            <a:ext cx="962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575"/>
                </a:solidFill>
                <a:latin typeface="Arial"/>
                <a:ea typeface="Arial"/>
                <a:cs typeface="Arial"/>
              </a:defRPr>
            </a:defPPr>
            <a:lvl1pPr>
              <a:defRPr sz="1950" b="0">
                <a:solidFill>
                  <a:srgbClr val="526575"/>
                </a:solidFill>
                <a:latin typeface="Arial"/>
                <a:ea typeface="Arial"/>
                <a:cs typeface="Arial"/>
              </a:defRPr>
            </a:lvl1pPr>
            <a:lvl2pPr>
              <a:defRPr sz="1950" b="0">
                <a:solidFill>
                  <a:srgbClr val="526575"/>
                </a:solidFill>
                <a:latin typeface="Arial"/>
                <a:ea typeface="Arial"/>
                <a:cs typeface="Arial"/>
              </a:defRPr>
            </a:lvl2pPr>
            <a:lvl3pPr>
              <a:defRPr sz="1950" b="0">
                <a:solidFill>
                  <a:srgbClr val="526575"/>
                </a:solidFill>
                <a:latin typeface="Arial"/>
                <a:ea typeface="Arial"/>
                <a:cs typeface="Arial"/>
              </a:defRPr>
            </a:lvl3pPr>
            <a:lvl4pPr>
              <a:defRPr sz="1950" b="0">
                <a:solidFill>
                  <a:srgbClr val="526575"/>
                </a:solidFill>
                <a:latin typeface="Arial"/>
                <a:ea typeface="Arial"/>
                <a:cs typeface="Arial"/>
              </a:defRPr>
            </a:lvl4pPr>
            <a:lvl5pPr>
              <a:defRPr sz="1950" b="0">
                <a:solidFill>
                  <a:srgbClr val="526575"/>
                </a:solidFill>
                <a:latin typeface="Arial"/>
                <a:ea typeface="Arial"/>
                <a:cs typeface="Arial"/>
              </a:defRPr>
            </a:lvl5pPr>
            <a:lvl6pPr>
              <a:defRPr sz="1950" b="0">
                <a:solidFill>
                  <a:srgbClr val="526575"/>
                </a:solidFill>
                <a:latin typeface="Arial"/>
                <a:ea typeface="Arial"/>
                <a:cs typeface="Arial"/>
              </a:defRPr>
            </a:lvl6pPr>
            <a:lvl7pPr>
              <a:defRPr sz="1950" b="0">
                <a:solidFill>
                  <a:srgbClr val="526575"/>
                </a:solidFill>
                <a:latin typeface="Arial"/>
                <a:ea typeface="Arial"/>
                <a:cs typeface="Arial"/>
              </a:defRPr>
            </a:lvl7pPr>
            <a:lvl8pPr>
              <a:defRPr sz="1950" b="0">
                <a:solidFill>
                  <a:srgbClr val="526575"/>
                </a:solidFill>
                <a:latin typeface="Arial"/>
                <a:ea typeface="Arial"/>
                <a:cs typeface="Arial"/>
              </a:defRPr>
            </a:lvl8pPr>
            <a:lvl9pPr>
              <a:defRPr sz="1950" b="0">
                <a:solidFill>
                  <a:srgbClr val="526575"/>
                </a:solidFill>
                <a:latin typeface="Arial"/>
                <a:ea typeface="Arial"/>
                <a:cs typeface="Arial"/>
              </a:defRPr>
            </a:lvl9pPr>
          </a:lstStyle>
          <a:p xmlns:a="http://schemas.openxmlformats.org/drawingml/2006/main">
            <a:pPr>
              <a:defRPr sz="1950" b="0">
                <a:solidFill>
                  <a:srgbClr val="526575"/>
                </a:solidFill>
                <a:latin typeface="Arial"/>
                <a:ea typeface="Arial"/>
                <a:cs typeface="Arial"/>
              </a:defRPr>
            </a:pPr>
            <a:r>
              <a:rPr sz="1950" b="0">
                <a:solidFill>
                  <a:srgbClr val="526575"/>
                </a:solidFill>
                <a:latin typeface="Arial"/>
                <a:ea typeface="Arial"/>
                <a:cs typeface="Arial"/>
              </a:rPr>
              <a:t>Iniciar sesión, cargar módulos y completar una simulación de prueba.</a:t>
            </a:r>
          </a:p>
        </p:txBody>
      </p:sp>
      <p:sp>
        <p:nvSpPr>
          <p:cNvPr id="10" name="03">
            <a:extLst xmlns:a="http://schemas.openxmlformats.org/drawingml/2006/main">
              <a:ext uri="{FF2B5EF4-FFF2-40B4-BE49-F238E27FC236}">
                <a16:creationId xmlns:a16="http://schemas.microsoft.com/office/drawing/2014/main" id="{5DA41B91-E175-41FF-B85E-2D1C38791893}"/>
              </a:ext>
            </a:extLst>
          </p:cNvPr>
          <p:cNvSpPr>
            <a:spLocks xmlns:a="http://schemas.openxmlformats.org/drawingml/2006/main" noGrp="1"/>
          </p:cNvSpPr>
          <p:nvPr/>
        </p:nvSpPr>
        <p:spPr>
          <a:xfrm xmlns:a="http://schemas.openxmlformats.org/drawingml/2006/main">
            <a:off x="685800" y="42672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E9850C"/>
                </a:solidFill>
                <a:latin typeface="Arial"/>
                <a:ea typeface="Arial"/>
                <a:cs typeface="Arial"/>
              </a:defRPr>
            </a:defPPr>
            <a:lvl1pPr>
              <a:defRPr sz="2850" b="1">
                <a:solidFill>
                  <a:srgbClr val="E9850C"/>
                </a:solidFill>
                <a:latin typeface="Arial"/>
                <a:ea typeface="Arial"/>
                <a:cs typeface="Arial"/>
              </a:defRPr>
            </a:lvl1pPr>
            <a:lvl2pPr>
              <a:defRPr sz="2850" b="1">
                <a:solidFill>
                  <a:srgbClr val="E9850C"/>
                </a:solidFill>
                <a:latin typeface="Arial"/>
                <a:ea typeface="Arial"/>
                <a:cs typeface="Arial"/>
              </a:defRPr>
            </a:lvl2pPr>
            <a:lvl3pPr>
              <a:defRPr sz="2850" b="1">
                <a:solidFill>
                  <a:srgbClr val="E9850C"/>
                </a:solidFill>
                <a:latin typeface="Arial"/>
                <a:ea typeface="Arial"/>
                <a:cs typeface="Arial"/>
              </a:defRPr>
            </a:lvl3pPr>
            <a:lvl4pPr>
              <a:defRPr sz="2850" b="1">
                <a:solidFill>
                  <a:srgbClr val="E9850C"/>
                </a:solidFill>
                <a:latin typeface="Arial"/>
                <a:ea typeface="Arial"/>
                <a:cs typeface="Arial"/>
              </a:defRPr>
            </a:lvl4pPr>
            <a:lvl5pPr>
              <a:defRPr sz="2850" b="1">
                <a:solidFill>
                  <a:srgbClr val="E9850C"/>
                </a:solidFill>
                <a:latin typeface="Arial"/>
                <a:ea typeface="Arial"/>
                <a:cs typeface="Arial"/>
              </a:defRPr>
            </a:lvl5pPr>
            <a:lvl6pPr>
              <a:defRPr sz="2850" b="1">
                <a:solidFill>
                  <a:srgbClr val="E9850C"/>
                </a:solidFill>
                <a:latin typeface="Arial"/>
                <a:ea typeface="Arial"/>
                <a:cs typeface="Arial"/>
              </a:defRPr>
            </a:lvl6pPr>
            <a:lvl7pPr>
              <a:defRPr sz="2850" b="1">
                <a:solidFill>
                  <a:srgbClr val="E9850C"/>
                </a:solidFill>
                <a:latin typeface="Arial"/>
                <a:ea typeface="Arial"/>
                <a:cs typeface="Arial"/>
              </a:defRPr>
            </a:lvl7pPr>
            <a:lvl8pPr>
              <a:defRPr sz="2850" b="1">
                <a:solidFill>
                  <a:srgbClr val="E9850C"/>
                </a:solidFill>
                <a:latin typeface="Arial"/>
                <a:ea typeface="Arial"/>
                <a:cs typeface="Arial"/>
              </a:defRPr>
            </a:lvl8pPr>
            <a:lvl9pPr>
              <a:defRPr sz="2850" b="1">
                <a:solidFill>
                  <a:srgbClr val="E9850C"/>
                </a:solidFill>
                <a:latin typeface="Arial"/>
                <a:ea typeface="Arial"/>
                <a:cs typeface="Arial"/>
              </a:defRPr>
            </a:lvl9pPr>
          </a:lstStyle>
          <a:p xmlns:a="http://schemas.openxmlformats.org/drawingml/2006/main">
            <a:pPr>
              <a:defRPr sz="2850" b="1">
                <a:solidFill>
                  <a:srgbClr val="E9850C"/>
                </a:solidFill>
                <a:latin typeface="Arial"/>
                <a:ea typeface="Arial"/>
                <a:cs typeface="Arial"/>
              </a:defRPr>
            </a:pPr>
            <a:r>
              <a:rPr sz="2850" b="1">
                <a:solidFill>
                  <a:srgbClr val="E9850C"/>
                </a:solidFill>
                <a:latin typeface="Arial"/>
                <a:ea typeface="Arial"/>
                <a:cs typeface="Arial"/>
              </a:rPr>
              <a:t>03</a:t>
            </a:r>
          </a:p>
        </p:txBody>
      </p:sp>
      <p:sp>
        <p:nvSpPr>
          <p:cNvPr id="11" name="Comprobar errores y avisos">
            <a:extLst xmlns:a="http://schemas.openxmlformats.org/drawingml/2006/main">
              <a:ext uri="{FF2B5EF4-FFF2-40B4-BE49-F238E27FC236}">
                <a16:creationId xmlns:a16="http://schemas.microsoft.com/office/drawing/2014/main" id="{BB4A98E8-E0F8-4A29-A89E-6834CF24FD9F}"/>
              </a:ext>
            </a:extLst>
          </p:cNvPr>
          <p:cNvSpPr>
            <a:spLocks xmlns:a="http://schemas.openxmlformats.org/drawingml/2006/main" noGrp="1"/>
          </p:cNvSpPr>
          <p:nvPr/>
        </p:nvSpPr>
        <p:spPr>
          <a:xfrm xmlns:a="http://schemas.openxmlformats.org/drawingml/2006/main">
            <a:off x="1581150" y="4267200"/>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B233F"/>
                </a:solidFill>
                <a:latin typeface="Arial"/>
                <a:ea typeface="Arial"/>
                <a:cs typeface="Arial"/>
              </a:defRPr>
            </a:defPPr>
            <a:lvl1pPr>
              <a:defRPr sz="2250" b="1">
                <a:solidFill>
                  <a:srgbClr val="0B233F"/>
                </a:solidFill>
                <a:latin typeface="Arial"/>
                <a:ea typeface="Arial"/>
                <a:cs typeface="Arial"/>
              </a:defRPr>
            </a:lvl1pPr>
            <a:lvl2pPr>
              <a:defRPr sz="2250" b="1">
                <a:solidFill>
                  <a:srgbClr val="0B233F"/>
                </a:solidFill>
                <a:latin typeface="Arial"/>
                <a:ea typeface="Arial"/>
                <a:cs typeface="Arial"/>
              </a:defRPr>
            </a:lvl2pPr>
            <a:lvl3pPr>
              <a:defRPr sz="2250" b="1">
                <a:solidFill>
                  <a:srgbClr val="0B233F"/>
                </a:solidFill>
                <a:latin typeface="Arial"/>
                <a:ea typeface="Arial"/>
                <a:cs typeface="Arial"/>
              </a:defRPr>
            </a:lvl3pPr>
            <a:lvl4pPr>
              <a:defRPr sz="2250" b="1">
                <a:solidFill>
                  <a:srgbClr val="0B233F"/>
                </a:solidFill>
                <a:latin typeface="Arial"/>
                <a:ea typeface="Arial"/>
                <a:cs typeface="Arial"/>
              </a:defRPr>
            </a:lvl4pPr>
            <a:lvl5pPr>
              <a:defRPr sz="2250" b="1">
                <a:solidFill>
                  <a:srgbClr val="0B233F"/>
                </a:solidFill>
                <a:latin typeface="Arial"/>
                <a:ea typeface="Arial"/>
                <a:cs typeface="Arial"/>
              </a:defRPr>
            </a:lvl5pPr>
            <a:lvl6pPr>
              <a:defRPr sz="2250" b="1">
                <a:solidFill>
                  <a:srgbClr val="0B233F"/>
                </a:solidFill>
                <a:latin typeface="Arial"/>
                <a:ea typeface="Arial"/>
                <a:cs typeface="Arial"/>
              </a:defRPr>
            </a:lvl6pPr>
            <a:lvl7pPr>
              <a:defRPr sz="2250" b="1">
                <a:solidFill>
                  <a:srgbClr val="0B233F"/>
                </a:solidFill>
                <a:latin typeface="Arial"/>
                <a:ea typeface="Arial"/>
                <a:cs typeface="Arial"/>
              </a:defRPr>
            </a:lvl7pPr>
            <a:lvl8pPr>
              <a:defRPr sz="2250" b="1">
                <a:solidFill>
                  <a:srgbClr val="0B233F"/>
                </a:solidFill>
                <a:latin typeface="Arial"/>
                <a:ea typeface="Arial"/>
                <a:cs typeface="Arial"/>
              </a:defRPr>
            </a:lvl8pPr>
            <a:lvl9pPr>
              <a:defRPr sz="2250" b="1">
                <a:solidFill>
                  <a:srgbClr val="0B233F"/>
                </a:solidFill>
                <a:latin typeface="Arial"/>
                <a:ea typeface="Arial"/>
                <a:cs typeface="Arial"/>
              </a:defRPr>
            </a:lvl9pPr>
          </a:lstStyle>
          <a:p xmlns:a="http://schemas.openxmlformats.org/drawingml/2006/main">
            <a:pPr>
              <a:defRPr sz="2250" b="1">
                <a:solidFill>
                  <a:srgbClr val="0B233F"/>
                </a:solidFill>
                <a:latin typeface="Arial"/>
                <a:ea typeface="Arial"/>
                <a:cs typeface="Arial"/>
              </a:defRPr>
            </a:pPr>
            <a:r>
              <a:rPr sz="2250" b="1">
                <a:solidFill>
                  <a:srgbClr val="0B233F"/>
                </a:solidFill>
                <a:latin typeface="Arial"/>
                <a:ea typeface="Arial"/>
                <a:cs typeface="Arial"/>
              </a:rPr>
              <a:t>Comprobar errores y avisos</a:t>
            </a:r>
          </a:p>
        </p:txBody>
      </p:sp>
      <p:sp>
        <p:nvSpPr>
          <p:cNvPr id="12" name="Provocar un fallo controlado en pruebas y confirmar la notificaci">
            <a:extLst xmlns:a="http://schemas.openxmlformats.org/drawingml/2006/main">
              <a:ext uri="{FF2B5EF4-FFF2-40B4-BE49-F238E27FC236}">
                <a16:creationId xmlns:a16="http://schemas.microsoft.com/office/drawing/2014/main" id="{D68A0F69-413A-4F78-8CC7-FB539844E357}"/>
              </a:ext>
            </a:extLst>
          </p:cNvPr>
          <p:cNvSpPr>
            <a:spLocks xmlns:a="http://schemas.openxmlformats.org/drawingml/2006/main" noGrp="1"/>
          </p:cNvSpPr>
          <p:nvPr/>
        </p:nvSpPr>
        <p:spPr>
          <a:xfrm xmlns:a="http://schemas.openxmlformats.org/drawingml/2006/main">
            <a:off x="1581150" y="4724400"/>
            <a:ext cx="962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575"/>
                </a:solidFill>
                <a:latin typeface="Arial"/>
                <a:ea typeface="Arial"/>
                <a:cs typeface="Arial"/>
              </a:defRPr>
            </a:defPPr>
            <a:lvl1pPr>
              <a:defRPr sz="1950" b="0">
                <a:solidFill>
                  <a:srgbClr val="526575"/>
                </a:solidFill>
                <a:latin typeface="Arial"/>
                <a:ea typeface="Arial"/>
                <a:cs typeface="Arial"/>
              </a:defRPr>
            </a:lvl1pPr>
            <a:lvl2pPr>
              <a:defRPr sz="1950" b="0">
                <a:solidFill>
                  <a:srgbClr val="526575"/>
                </a:solidFill>
                <a:latin typeface="Arial"/>
                <a:ea typeface="Arial"/>
                <a:cs typeface="Arial"/>
              </a:defRPr>
            </a:lvl2pPr>
            <a:lvl3pPr>
              <a:defRPr sz="1950" b="0">
                <a:solidFill>
                  <a:srgbClr val="526575"/>
                </a:solidFill>
                <a:latin typeface="Arial"/>
                <a:ea typeface="Arial"/>
                <a:cs typeface="Arial"/>
              </a:defRPr>
            </a:lvl3pPr>
            <a:lvl4pPr>
              <a:defRPr sz="1950" b="0">
                <a:solidFill>
                  <a:srgbClr val="526575"/>
                </a:solidFill>
                <a:latin typeface="Arial"/>
                <a:ea typeface="Arial"/>
                <a:cs typeface="Arial"/>
              </a:defRPr>
            </a:lvl4pPr>
            <a:lvl5pPr>
              <a:defRPr sz="1950" b="0">
                <a:solidFill>
                  <a:srgbClr val="526575"/>
                </a:solidFill>
                <a:latin typeface="Arial"/>
                <a:ea typeface="Arial"/>
                <a:cs typeface="Arial"/>
              </a:defRPr>
            </a:lvl5pPr>
            <a:lvl6pPr>
              <a:defRPr sz="1950" b="0">
                <a:solidFill>
                  <a:srgbClr val="526575"/>
                </a:solidFill>
                <a:latin typeface="Arial"/>
                <a:ea typeface="Arial"/>
                <a:cs typeface="Arial"/>
              </a:defRPr>
            </a:lvl6pPr>
            <a:lvl7pPr>
              <a:defRPr sz="1950" b="0">
                <a:solidFill>
                  <a:srgbClr val="526575"/>
                </a:solidFill>
                <a:latin typeface="Arial"/>
                <a:ea typeface="Arial"/>
                <a:cs typeface="Arial"/>
              </a:defRPr>
            </a:lvl7pPr>
            <a:lvl8pPr>
              <a:defRPr sz="1950" b="0">
                <a:solidFill>
                  <a:srgbClr val="526575"/>
                </a:solidFill>
                <a:latin typeface="Arial"/>
                <a:ea typeface="Arial"/>
                <a:cs typeface="Arial"/>
              </a:defRPr>
            </a:lvl8pPr>
            <a:lvl9pPr>
              <a:defRPr sz="1950" b="0">
                <a:solidFill>
                  <a:srgbClr val="526575"/>
                </a:solidFill>
                <a:latin typeface="Arial"/>
                <a:ea typeface="Arial"/>
                <a:cs typeface="Arial"/>
              </a:defRPr>
            </a:lvl9pPr>
          </a:lstStyle>
          <a:p xmlns:a="http://schemas.openxmlformats.org/drawingml/2006/main">
            <a:pPr>
              <a:defRPr sz="1950" b="0">
                <a:solidFill>
                  <a:srgbClr val="526575"/>
                </a:solidFill>
                <a:latin typeface="Arial"/>
                <a:ea typeface="Arial"/>
                <a:cs typeface="Arial"/>
              </a:defRPr>
            </a:pPr>
            <a:r>
              <a:rPr sz="1950" b="0">
                <a:solidFill>
                  <a:srgbClr val="526575"/>
                </a:solidFill>
                <a:latin typeface="Arial"/>
                <a:ea typeface="Arial"/>
                <a:cs typeface="Arial"/>
              </a:rPr>
              <a:t>Provocar un fallo controlado en pruebas y confirmar la notificación.</a:t>
            </a:r>
          </a:p>
        </p:txBody>
      </p:sp>
      <p:sp>
        <p:nvSpPr>
          <p:cNvPr id="13" name="Evidencias: cambio en código, panel con fecha y prueba de alerta.">
            <a:extLst xmlns:a="http://schemas.openxmlformats.org/drawingml/2006/main">
              <a:ext uri="{FF2B5EF4-FFF2-40B4-BE49-F238E27FC236}">
                <a16:creationId xmlns:a16="http://schemas.microsoft.com/office/drawing/2014/main" id="{93AB1070-2575-4B76-844C-C2183CBEAE73}"/>
              </a:ext>
            </a:extLst>
          </p:cNvPr>
          <p:cNvSpPr>
            <a:spLocks xmlns:a="http://schemas.openxmlformats.org/drawingml/2006/main" noGrp="1"/>
          </p:cNvSpPr>
          <p:nvPr/>
        </p:nvSpPr>
        <p:spPr>
          <a:xfrm xmlns:a="http://schemas.openxmlformats.org/drawingml/2006/main">
            <a:off x="685800" y="58007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E74"/>
                </a:solidFill>
                <a:latin typeface="Arial"/>
                <a:ea typeface="Arial"/>
                <a:cs typeface="Arial"/>
              </a:defRPr>
            </a:defPPr>
            <a:lvl1pPr>
              <a:defRPr sz="1950" b="1">
                <a:solidFill>
                  <a:srgbClr val="087E74"/>
                </a:solidFill>
                <a:latin typeface="Arial"/>
                <a:ea typeface="Arial"/>
                <a:cs typeface="Arial"/>
              </a:defRPr>
            </a:lvl1pPr>
            <a:lvl2pPr>
              <a:defRPr sz="1950" b="1">
                <a:solidFill>
                  <a:srgbClr val="087E74"/>
                </a:solidFill>
                <a:latin typeface="Arial"/>
                <a:ea typeface="Arial"/>
                <a:cs typeface="Arial"/>
              </a:defRPr>
            </a:lvl2pPr>
            <a:lvl3pPr>
              <a:defRPr sz="1950" b="1">
                <a:solidFill>
                  <a:srgbClr val="087E74"/>
                </a:solidFill>
                <a:latin typeface="Arial"/>
                <a:ea typeface="Arial"/>
                <a:cs typeface="Arial"/>
              </a:defRPr>
            </a:lvl3pPr>
            <a:lvl4pPr>
              <a:defRPr sz="1950" b="1">
                <a:solidFill>
                  <a:srgbClr val="087E74"/>
                </a:solidFill>
                <a:latin typeface="Arial"/>
                <a:ea typeface="Arial"/>
                <a:cs typeface="Arial"/>
              </a:defRPr>
            </a:lvl4pPr>
            <a:lvl5pPr>
              <a:defRPr sz="1950" b="1">
                <a:solidFill>
                  <a:srgbClr val="087E74"/>
                </a:solidFill>
                <a:latin typeface="Arial"/>
                <a:ea typeface="Arial"/>
                <a:cs typeface="Arial"/>
              </a:defRPr>
            </a:lvl5pPr>
            <a:lvl6pPr>
              <a:defRPr sz="1950" b="1">
                <a:solidFill>
                  <a:srgbClr val="087E74"/>
                </a:solidFill>
                <a:latin typeface="Arial"/>
                <a:ea typeface="Arial"/>
                <a:cs typeface="Arial"/>
              </a:defRPr>
            </a:lvl6pPr>
            <a:lvl7pPr>
              <a:defRPr sz="1950" b="1">
                <a:solidFill>
                  <a:srgbClr val="087E74"/>
                </a:solidFill>
                <a:latin typeface="Arial"/>
                <a:ea typeface="Arial"/>
                <a:cs typeface="Arial"/>
              </a:defRPr>
            </a:lvl7pPr>
            <a:lvl8pPr>
              <a:defRPr sz="1950" b="1">
                <a:solidFill>
                  <a:srgbClr val="087E74"/>
                </a:solidFill>
                <a:latin typeface="Arial"/>
                <a:ea typeface="Arial"/>
                <a:cs typeface="Arial"/>
              </a:defRPr>
            </a:lvl8pPr>
            <a:lvl9pPr>
              <a:defRPr sz="1950" b="1">
                <a:solidFill>
                  <a:srgbClr val="087E74"/>
                </a:solidFill>
                <a:latin typeface="Arial"/>
                <a:ea typeface="Arial"/>
                <a:cs typeface="Arial"/>
              </a:defRPr>
            </a:lvl9pPr>
          </a:lstStyle>
          <a:p xmlns:a="http://schemas.openxmlformats.org/drawingml/2006/main">
            <a:pPr>
              <a:defRPr sz="1950" b="1">
                <a:solidFill>
                  <a:srgbClr val="087E74"/>
                </a:solidFill>
                <a:latin typeface="Arial"/>
                <a:ea typeface="Arial"/>
                <a:cs typeface="Arial"/>
              </a:defRPr>
            </a:pPr>
            <a:r>
              <a:rPr sz="1950" b="1">
                <a:solidFill>
                  <a:srgbClr val="087E74"/>
                </a:solidFill>
                <a:latin typeface="Arial"/>
                <a:ea typeface="Arial"/>
                <a:cs typeface="Arial"/>
              </a:rPr>
              <a:t>Evidencias: cambio en código, panel con fecha y prueba de alerta.</a:t>
            </a:r>
          </a:p>
        </p:txBody>
      </p:sp>
    </p:spTree>
    <p:extLst>
      <p:ext uri="{BB962C8B-B14F-4D97-AF65-F5344CB8AC3E}">
        <p14:creationId xmlns:p14="http://schemas.microsoft.com/office/powerpoint/2010/main" val="2086010922"/>
      </p:ext>
    </p:extLst>
  </p:cSld>
</p:sld>
</file>

<file path=ppt/slides/slide12.xml><?xml version="1.0" encoding="utf-8"?>
<p:sld xmlns:p="http://schemas.openxmlformats.org/presentationml/2006/main">
  <p:cSld>
    <p:bg>
      <p:bgPr>
        <a:solidFill xmlns:a="http://schemas.openxmlformats.org/drawingml/2006/main">
          <a:srgbClr val="0B233F"/>
        </a:solidFill>
      </p:bgPr>
    </p:bg>
    <p:spTree>
      <p:nvGrpSpPr>
        <p:cNvPr id="1" name=""/>
        <p:cNvGrpSpPr/>
        <p:nvPr/>
      </p:nvGrpSpPr>
      <p:grpSpPr>
        <a:xfrm xmlns:a="http://schemas.openxmlformats.org/drawingml/2006/main"/>
      </p:grpSpPr>
      <p:sp>
        <p:nvSpPr>
          <p:cNvPr id="14" name="Operación sencilla y consumo controlado">
            <a:extLst xmlns:a="http://schemas.openxmlformats.org/drawingml/2006/main">
              <a:ext uri="{FF2B5EF4-FFF2-40B4-BE49-F238E27FC236}">
                <a16:creationId xmlns:a16="http://schemas.microsoft.com/office/drawing/2014/main" id="{A602CD74-4B29-47F6-BEA6-A6EB517F9093}"/>
              </a:ext>
            </a:extLst>
          </p:cNvPr>
          <p:cNvSpPr>
            <a:spLocks xmlns:a="http://schemas.openxmlformats.org/drawingml/2006/main" noGrp="1"/>
          </p:cNvSpPr>
          <p:nvPr/>
        </p:nvSpPr>
        <p:spPr>
          <a:xfrm xmlns:a="http://schemas.openxmlformats.org/drawingml/2006/main">
            <a:off x="685800" y="523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FFFFF"/>
                </a:solidFill>
                <a:latin typeface="Arial"/>
                <a:ea typeface="Arial"/>
                <a:cs typeface="Arial"/>
              </a:defRPr>
            </a:defPPr>
            <a:lvl1pPr>
              <a:defRPr sz="3600" b="1">
                <a:solidFill>
                  <a:srgbClr val="FFFFFF"/>
                </a:solidFill>
                <a:latin typeface="Arial"/>
                <a:ea typeface="Arial"/>
                <a:cs typeface="Arial"/>
              </a:defRPr>
            </a:lvl1pPr>
            <a:lvl2pPr>
              <a:defRPr sz="3600" b="1">
                <a:solidFill>
                  <a:srgbClr val="FFFFFF"/>
                </a:solidFill>
                <a:latin typeface="Arial"/>
                <a:ea typeface="Arial"/>
                <a:cs typeface="Arial"/>
              </a:defRPr>
            </a:lvl2pPr>
            <a:lvl3pPr>
              <a:defRPr sz="3600" b="1">
                <a:solidFill>
                  <a:srgbClr val="FFFFFF"/>
                </a:solidFill>
                <a:latin typeface="Arial"/>
                <a:ea typeface="Arial"/>
                <a:cs typeface="Arial"/>
              </a:defRPr>
            </a:lvl3pPr>
            <a:lvl4pPr>
              <a:defRPr sz="3600" b="1">
                <a:solidFill>
                  <a:srgbClr val="FFFFFF"/>
                </a:solidFill>
                <a:latin typeface="Arial"/>
                <a:ea typeface="Arial"/>
                <a:cs typeface="Arial"/>
              </a:defRPr>
            </a:lvl4pPr>
            <a:lvl5pPr>
              <a:defRPr sz="3600" b="1">
                <a:solidFill>
                  <a:srgbClr val="FFFFFF"/>
                </a:solidFill>
                <a:latin typeface="Arial"/>
                <a:ea typeface="Arial"/>
                <a:cs typeface="Arial"/>
              </a:defRPr>
            </a:lvl5pPr>
            <a:lvl6pPr>
              <a:defRPr sz="3600" b="1">
                <a:solidFill>
                  <a:srgbClr val="FFFFFF"/>
                </a:solidFill>
                <a:latin typeface="Arial"/>
                <a:ea typeface="Arial"/>
                <a:cs typeface="Arial"/>
              </a:defRPr>
            </a:lvl6pPr>
            <a:lvl7pPr>
              <a:defRPr sz="3600" b="1">
                <a:solidFill>
                  <a:srgbClr val="FFFFFF"/>
                </a:solidFill>
                <a:latin typeface="Arial"/>
                <a:ea typeface="Arial"/>
                <a:cs typeface="Arial"/>
              </a:defRPr>
            </a:lvl7pPr>
            <a:lvl8pPr>
              <a:defRPr sz="3600" b="1">
                <a:solidFill>
                  <a:srgbClr val="FFFFFF"/>
                </a:solidFill>
                <a:latin typeface="Arial"/>
                <a:ea typeface="Arial"/>
                <a:cs typeface="Arial"/>
              </a:defRPr>
            </a:lvl8pPr>
            <a:lvl9pPr>
              <a:defRPr sz="3600" b="1">
                <a:solidFill>
                  <a:srgbClr val="FFFFFF"/>
                </a:solidFill>
                <a:latin typeface="Arial"/>
                <a:ea typeface="Arial"/>
                <a:cs typeface="Arial"/>
              </a:defRPr>
            </a:lvl9pPr>
          </a:lstStyle>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Operación sencilla y consumo controlado</a:t>
            </a:r>
          </a:p>
        </p:txBody>
      </p:sp>
      <p:sp>
        <p:nvSpPr>
          <p:cNvPr id="2" name="Stock-Quest">
            <a:extLst xmlns:a="http://schemas.openxmlformats.org/drawingml/2006/main">
              <a:ext uri="{FF2B5EF4-FFF2-40B4-BE49-F238E27FC236}">
                <a16:creationId xmlns:a16="http://schemas.microsoft.com/office/drawing/2014/main" id="{38281666-68AC-4740-985F-3EABFAAF029E}"/>
              </a:ext>
            </a:extLst>
          </p:cNvPr>
          <p:cNvSpPr>
            <a:spLocks xmlns:a="http://schemas.openxmlformats.org/drawingml/2006/main" noGrp="1"/>
          </p:cNvSpPr>
          <p:nvPr/>
        </p:nvSpPr>
        <p:spPr>
          <a:xfrm xmlns:a="http://schemas.openxmlformats.org/drawingml/2006/main">
            <a:off x="685800" y="6448425"/>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2C1CF"/>
                </a:solidFill>
                <a:latin typeface="Arial"/>
                <a:ea typeface="Arial"/>
                <a:cs typeface="Arial"/>
              </a:defRPr>
            </a:defPPr>
            <a:lvl1pPr>
              <a:defRPr sz="1200" b="0">
                <a:solidFill>
                  <a:srgbClr val="B2C1CF"/>
                </a:solidFill>
                <a:latin typeface="Arial"/>
                <a:ea typeface="Arial"/>
                <a:cs typeface="Arial"/>
              </a:defRPr>
            </a:lvl1pPr>
            <a:lvl2pPr>
              <a:defRPr sz="1200" b="0">
                <a:solidFill>
                  <a:srgbClr val="B2C1CF"/>
                </a:solidFill>
                <a:latin typeface="Arial"/>
                <a:ea typeface="Arial"/>
                <a:cs typeface="Arial"/>
              </a:defRPr>
            </a:lvl2pPr>
            <a:lvl3pPr>
              <a:defRPr sz="1200" b="0">
                <a:solidFill>
                  <a:srgbClr val="B2C1CF"/>
                </a:solidFill>
                <a:latin typeface="Arial"/>
                <a:ea typeface="Arial"/>
                <a:cs typeface="Arial"/>
              </a:defRPr>
            </a:lvl3pPr>
            <a:lvl4pPr>
              <a:defRPr sz="1200" b="0">
                <a:solidFill>
                  <a:srgbClr val="B2C1CF"/>
                </a:solidFill>
                <a:latin typeface="Arial"/>
                <a:ea typeface="Arial"/>
                <a:cs typeface="Arial"/>
              </a:defRPr>
            </a:lvl4pPr>
            <a:lvl5pPr>
              <a:defRPr sz="1200" b="0">
                <a:solidFill>
                  <a:srgbClr val="B2C1CF"/>
                </a:solidFill>
                <a:latin typeface="Arial"/>
                <a:ea typeface="Arial"/>
                <a:cs typeface="Arial"/>
              </a:defRPr>
            </a:lvl5pPr>
            <a:lvl6pPr>
              <a:defRPr sz="1200" b="0">
                <a:solidFill>
                  <a:srgbClr val="B2C1CF"/>
                </a:solidFill>
                <a:latin typeface="Arial"/>
                <a:ea typeface="Arial"/>
                <a:cs typeface="Arial"/>
              </a:defRPr>
            </a:lvl6pPr>
            <a:lvl7pPr>
              <a:defRPr sz="1200" b="0">
                <a:solidFill>
                  <a:srgbClr val="B2C1CF"/>
                </a:solidFill>
                <a:latin typeface="Arial"/>
                <a:ea typeface="Arial"/>
                <a:cs typeface="Arial"/>
              </a:defRPr>
            </a:lvl7pPr>
            <a:lvl8pPr>
              <a:defRPr sz="1200" b="0">
                <a:solidFill>
                  <a:srgbClr val="B2C1CF"/>
                </a:solidFill>
                <a:latin typeface="Arial"/>
                <a:ea typeface="Arial"/>
                <a:cs typeface="Arial"/>
              </a:defRPr>
            </a:lvl8pPr>
            <a:lvl9pPr>
              <a:defRPr sz="1200" b="0">
                <a:solidFill>
                  <a:srgbClr val="B2C1CF"/>
                </a:solidFill>
                <a:latin typeface="Arial"/>
                <a:ea typeface="Arial"/>
                <a:cs typeface="Arial"/>
              </a:defRPr>
            </a:lvl9pPr>
          </a:lstStyle>
          <a:p xmlns:a="http://schemas.openxmlformats.org/drawingml/2006/main">
            <a:pPr>
              <a:defRPr sz="1200" b="0">
                <a:solidFill>
                  <a:srgbClr val="B2C1CF"/>
                </a:solidFill>
                <a:latin typeface="Arial"/>
                <a:ea typeface="Arial"/>
                <a:cs typeface="Arial"/>
              </a:defRPr>
            </a:pPr>
            <a:r>
              <a:rPr sz="1200" b="0">
                <a:solidFill>
                  <a:srgbClr val="B2C1CF"/>
                </a:solidFill>
                <a:latin typeface="Arial"/>
                <a:ea typeface="Arial"/>
                <a:cs typeface="Arial"/>
              </a:rPr>
              <a:t>Stock-Quest</a:t>
            </a:r>
          </a:p>
        </p:txBody>
      </p:sp>
      <p:sp>
        <p:nvSpPr>
          <p:cNvPr id="3" name="12">
            <a:extLst xmlns:a="http://schemas.openxmlformats.org/drawingml/2006/main">
              <a:ext uri="{FF2B5EF4-FFF2-40B4-BE49-F238E27FC236}">
                <a16:creationId xmlns:a16="http://schemas.microsoft.com/office/drawing/2014/main" id="{BF8A3306-9D37-46B0-A470-933AA86C87AF}"/>
              </a:ext>
            </a:extLst>
          </p:cNvPr>
          <p:cNvSpPr>
            <a:spLocks xmlns:a="http://schemas.openxmlformats.org/drawingml/2006/main" noGrp="1"/>
          </p:cNvSpPr>
          <p:nvPr/>
        </p:nvSpPr>
        <p:spPr>
          <a:xfrm xmlns:a="http://schemas.openxmlformats.org/drawingml/2006/main">
            <a:off x="11144250" y="64484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2C1CF"/>
                </a:solidFill>
                <a:latin typeface="Arial"/>
                <a:ea typeface="Arial"/>
                <a:cs typeface="Arial"/>
              </a:defRPr>
            </a:defPPr>
            <a:lvl1pPr>
              <a:defRPr sz="1200" b="0">
                <a:solidFill>
                  <a:srgbClr val="B2C1CF"/>
                </a:solidFill>
                <a:latin typeface="Arial"/>
                <a:ea typeface="Arial"/>
                <a:cs typeface="Arial"/>
              </a:defRPr>
            </a:lvl1pPr>
            <a:lvl2pPr>
              <a:defRPr sz="1200" b="0">
                <a:solidFill>
                  <a:srgbClr val="B2C1CF"/>
                </a:solidFill>
                <a:latin typeface="Arial"/>
                <a:ea typeface="Arial"/>
                <a:cs typeface="Arial"/>
              </a:defRPr>
            </a:lvl2pPr>
            <a:lvl3pPr>
              <a:defRPr sz="1200" b="0">
                <a:solidFill>
                  <a:srgbClr val="B2C1CF"/>
                </a:solidFill>
                <a:latin typeface="Arial"/>
                <a:ea typeface="Arial"/>
                <a:cs typeface="Arial"/>
              </a:defRPr>
            </a:lvl3pPr>
            <a:lvl4pPr>
              <a:defRPr sz="1200" b="0">
                <a:solidFill>
                  <a:srgbClr val="B2C1CF"/>
                </a:solidFill>
                <a:latin typeface="Arial"/>
                <a:ea typeface="Arial"/>
                <a:cs typeface="Arial"/>
              </a:defRPr>
            </a:lvl4pPr>
            <a:lvl5pPr>
              <a:defRPr sz="1200" b="0">
                <a:solidFill>
                  <a:srgbClr val="B2C1CF"/>
                </a:solidFill>
                <a:latin typeface="Arial"/>
                <a:ea typeface="Arial"/>
                <a:cs typeface="Arial"/>
              </a:defRPr>
            </a:lvl5pPr>
            <a:lvl6pPr>
              <a:defRPr sz="1200" b="0">
                <a:solidFill>
                  <a:srgbClr val="B2C1CF"/>
                </a:solidFill>
                <a:latin typeface="Arial"/>
                <a:ea typeface="Arial"/>
                <a:cs typeface="Arial"/>
              </a:defRPr>
            </a:lvl6pPr>
            <a:lvl7pPr>
              <a:defRPr sz="1200" b="0">
                <a:solidFill>
                  <a:srgbClr val="B2C1CF"/>
                </a:solidFill>
                <a:latin typeface="Arial"/>
                <a:ea typeface="Arial"/>
                <a:cs typeface="Arial"/>
              </a:defRPr>
            </a:lvl7pPr>
            <a:lvl8pPr>
              <a:defRPr sz="1200" b="0">
                <a:solidFill>
                  <a:srgbClr val="B2C1CF"/>
                </a:solidFill>
                <a:latin typeface="Arial"/>
                <a:ea typeface="Arial"/>
                <a:cs typeface="Arial"/>
              </a:defRPr>
            </a:lvl8pPr>
            <a:lvl9pPr>
              <a:defRPr sz="1200" b="0">
                <a:solidFill>
                  <a:srgbClr val="B2C1CF"/>
                </a:solidFill>
                <a:latin typeface="Arial"/>
                <a:ea typeface="Arial"/>
                <a:cs typeface="Arial"/>
              </a:defRPr>
            </a:lvl9pPr>
          </a:lstStyle>
          <a:p xmlns:a="http://schemas.openxmlformats.org/drawingml/2006/main">
            <a:pPr>
              <a:defRPr sz="1200" b="0">
                <a:solidFill>
                  <a:srgbClr val="B2C1CF"/>
                </a:solidFill>
                <a:latin typeface="Arial"/>
                <a:ea typeface="Arial"/>
                <a:cs typeface="Arial"/>
              </a:defRPr>
            </a:pPr>
            <a:r>
              <a:rPr sz="1200" b="0">
                <a:solidFill>
                  <a:srgbClr val="B2C1CF"/>
                </a:solidFill>
                <a:latin typeface="Arial"/>
                <a:ea typeface="Arial"/>
                <a:cs typeface="Arial"/>
              </a:rPr>
              <a:t>12</a:t>
            </a:r>
          </a:p>
        </p:txBody>
      </p:sp>
      <p:sp>
        <p:nvSpPr>
          <p:cNvPr id="4" name="01">
            <a:extLst xmlns:a="http://schemas.openxmlformats.org/drawingml/2006/main">
              <a:ext uri="{FF2B5EF4-FFF2-40B4-BE49-F238E27FC236}">
                <a16:creationId xmlns:a16="http://schemas.microsoft.com/office/drawing/2014/main" id="{00D070F0-B310-4083-A9EB-258B38854595}"/>
              </a:ext>
            </a:extLst>
          </p:cNvPr>
          <p:cNvSpPr>
            <a:spLocks xmlns:a="http://schemas.openxmlformats.org/drawingml/2006/main" noGrp="1"/>
          </p:cNvSpPr>
          <p:nvPr/>
        </p:nvSpPr>
        <p:spPr>
          <a:xfrm xmlns:a="http://schemas.openxmlformats.org/drawingml/2006/main">
            <a:off x="685800" y="16764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E9850C"/>
                </a:solidFill>
                <a:latin typeface="Arial"/>
                <a:ea typeface="Arial"/>
                <a:cs typeface="Arial"/>
              </a:defRPr>
            </a:defPPr>
            <a:lvl1pPr>
              <a:defRPr sz="2850" b="1">
                <a:solidFill>
                  <a:srgbClr val="E9850C"/>
                </a:solidFill>
                <a:latin typeface="Arial"/>
                <a:ea typeface="Arial"/>
                <a:cs typeface="Arial"/>
              </a:defRPr>
            </a:lvl1pPr>
            <a:lvl2pPr>
              <a:defRPr sz="2850" b="1">
                <a:solidFill>
                  <a:srgbClr val="E9850C"/>
                </a:solidFill>
                <a:latin typeface="Arial"/>
                <a:ea typeface="Arial"/>
                <a:cs typeface="Arial"/>
              </a:defRPr>
            </a:lvl2pPr>
            <a:lvl3pPr>
              <a:defRPr sz="2850" b="1">
                <a:solidFill>
                  <a:srgbClr val="E9850C"/>
                </a:solidFill>
                <a:latin typeface="Arial"/>
                <a:ea typeface="Arial"/>
                <a:cs typeface="Arial"/>
              </a:defRPr>
            </a:lvl3pPr>
            <a:lvl4pPr>
              <a:defRPr sz="2850" b="1">
                <a:solidFill>
                  <a:srgbClr val="E9850C"/>
                </a:solidFill>
                <a:latin typeface="Arial"/>
                <a:ea typeface="Arial"/>
                <a:cs typeface="Arial"/>
              </a:defRPr>
            </a:lvl4pPr>
            <a:lvl5pPr>
              <a:defRPr sz="2850" b="1">
                <a:solidFill>
                  <a:srgbClr val="E9850C"/>
                </a:solidFill>
                <a:latin typeface="Arial"/>
                <a:ea typeface="Arial"/>
                <a:cs typeface="Arial"/>
              </a:defRPr>
            </a:lvl5pPr>
            <a:lvl6pPr>
              <a:defRPr sz="2850" b="1">
                <a:solidFill>
                  <a:srgbClr val="E9850C"/>
                </a:solidFill>
                <a:latin typeface="Arial"/>
                <a:ea typeface="Arial"/>
                <a:cs typeface="Arial"/>
              </a:defRPr>
            </a:lvl6pPr>
            <a:lvl7pPr>
              <a:defRPr sz="2850" b="1">
                <a:solidFill>
                  <a:srgbClr val="E9850C"/>
                </a:solidFill>
                <a:latin typeface="Arial"/>
                <a:ea typeface="Arial"/>
                <a:cs typeface="Arial"/>
              </a:defRPr>
            </a:lvl7pPr>
            <a:lvl8pPr>
              <a:defRPr sz="2850" b="1">
                <a:solidFill>
                  <a:srgbClr val="E9850C"/>
                </a:solidFill>
                <a:latin typeface="Arial"/>
                <a:ea typeface="Arial"/>
                <a:cs typeface="Arial"/>
              </a:defRPr>
            </a:lvl8pPr>
            <a:lvl9pPr>
              <a:defRPr sz="2850" b="1">
                <a:solidFill>
                  <a:srgbClr val="E9850C"/>
                </a:solidFill>
                <a:latin typeface="Arial"/>
                <a:ea typeface="Arial"/>
                <a:cs typeface="Arial"/>
              </a:defRPr>
            </a:lvl9pPr>
          </a:lstStyle>
          <a:p xmlns:a="http://schemas.openxmlformats.org/drawingml/2006/main">
            <a:pPr>
              <a:defRPr sz="2850" b="1">
                <a:solidFill>
                  <a:srgbClr val="E9850C"/>
                </a:solidFill>
                <a:latin typeface="Arial"/>
                <a:ea typeface="Arial"/>
                <a:cs typeface="Arial"/>
              </a:defRPr>
            </a:pPr>
            <a:r>
              <a:rPr sz="2850" b="1">
                <a:solidFill>
                  <a:srgbClr val="E9850C"/>
                </a:solidFill>
                <a:latin typeface="Arial"/>
                <a:ea typeface="Arial"/>
                <a:cs typeface="Arial"/>
              </a:rPr>
              <a:t>01</a:t>
            </a:r>
          </a:p>
        </p:txBody>
      </p:sp>
      <p:sp>
        <p:nvSpPr>
          <p:cNvPr id="5" name="Comenzar con lo esencial">
            <a:extLst xmlns:a="http://schemas.openxmlformats.org/drawingml/2006/main">
              <a:ext uri="{FF2B5EF4-FFF2-40B4-BE49-F238E27FC236}">
                <a16:creationId xmlns:a16="http://schemas.microsoft.com/office/drawing/2014/main" id="{934F4F3F-AF33-4B66-B6C9-AFB06DDF50A4}"/>
              </a:ext>
            </a:extLst>
          </p:cNvPr>
          <p:cNvSpPr>
            <a:spLocks xmlns:a="http://schemas.openxmlformats.org/drawingml/2006/main" noGrp="1"/>
          </p:cNvSpPr>
          <p:nvPr/>
        </p:nvSpPr>
        <p:spPr>
          <a:xfrm xmlns:a="http://schemas.openxmlformats.org/drawingml/2006/main">
            <a:off x="1581150" y="1676400"/>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Comenzar con lo esencial</a:t>
            </a:r>
          </a:p>
        </p:txBody>
      </p:sp>
      <p:sp>
        <p:nvSpPr>
          <p:cNvPr id="6" name="Una API, un panel y dos alertas. Mantener desactivado el envío de">
            <a:extLst xmlns:a="http://schemas.openxmlformats.org/drawingml/2006/main">
              <a:ext uri="{FF2B5EF4-FFF2-40B4-BE49-F238E27FC236}">
                <a16:creationId xmlns:a16="http://schemas.microsoft.com/office/drawing/2014/main" id="{1B813FC9-D5BB-498F-8CB0-B56124291B1D}"/>
              </a:ext>
            </a:extLst>
          </p:cNvPr>
          <p:cNvSpPr>
            <a:spLocks xmlns:a="http://schemas.openxmlformats.org/drawingml/2006/main" noGrp="1"/>
          </p:cNvSpPr>
          <p:nvPr/>
        </p:nvSpPr>
        <p:spPr>
          <a:xfrm xmlns:a="http://schemas.openxmlformats.org/drawingml/2006/main">
            <a:off x="1581150" y="2133600"/>
            <a:ext cx="962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D9E3EA"/>
                </a:solidFill>
                <a:latin typeface="Arial"/>
                <a:ea typeface="Arial"/>
                <a:cs typeface="Arial"/>
              </a:defRPr>
            </a:defPPr>
            <a:lvl1pPr>
              <a:defRPr sz="1950" b="0">
                <a:solidFill>
                  <a:srgbClr val="D9E3EA"/>
                </a:solidFill>
                <a:latin typeface="Arial"/>
                <a:ea typeface="Arial"/>
                <a:cs typeface="Arial"/>
              </a:defRPr>
            </a:lvl1pPr>
            <a:lvl2pPr>
              <a:defRPr sz="1950" b="0">
                <a:solidFill>
                  <a:srgbClr val="D9E3EA"/>
                </a:solidFill>
                <a:latin typeface="Arial"/>
                <a:ea typeface="Arial"/>
                <a:cs typeface="Arial"/>
              </a:defRPr>
            </a:lvl2pPr>
            <a:lvl3pPr>
              <a:defRPr sz="1950" b="0">
                <a:solidFill>
                  <a:srgbClr val="D9E3EA"/>
                </a:solidFill>
                <a:latin typeface="Arial"/>
                <a:ea typeface="Arial"/>
                <a:cs typeface="Arial"/>
              </a:defRPr>
            </a:lvl3pPr>
            <a:lvl4pPr>
              <a:defRPr sz="1950" b="0">
                <a:solidFill>
                  <a:srgbClr val="D9E3EA"/>
                </a:solidFill>
                <a:latin typeface="Arial"/>
                <a:ea typeface="Arial"/>
                <a:cs typeface="Arial"/>
              </a:defRPr>
            </a:lvl4pPr>
            <a:lvl5pPr>
              <a:defRPr sz="1950" b="0">
                <a:solidFill>
                  <a:srgbClr val="D9E3EA"/>
                </a:solidFill>
                <a:latin typeface="Arial"/>
                <a:ea typeface="Arial"/>
                <a:cs typeface="Arial"/>
              </a:defRPr>
            </a:lvl5pPr>
            <a:lvl6pPr>
              <a:defRPr sz="1950" b="0">
                <a:solidFill>
                  <a:srgbClr val="D9E3EA"/>
                </a:solidFill>
                <a:latin typeface="Arial"/>
                <a:ea typeface="Arial"/>
                <a:cs typeface="Arial"/>
              </a:defRPr>
            </a:lvl6pPr>
            <a:lvl7pPr>
              <a:defRPr sz="1950" b="0">
                <a:solidFill>
                  <a:srgbClr val="D9E3EA"/>
                </a:solidFill>
                <a:latin typeface="Arial"/>
                <a:ea typeface="Arial"/>
                <a:cs typeface="Arial"/>
              </a:defRPr>
            </a:lvl7pPr>
            <a:lvl8pPr>
              <a:defRPr sz="1950" b="0">
                <a:solidFill>
                  <a:srgbClr val="D9E3EA"/>
                </a:solidFill>
                <a:latin typeface="Arial"/>
                <a:ea typeface="Arial"/>
                <a:cs typeface="Arial"/>
              </a:defRPr>
            </a:lvl8pPr>
            <a:lvl9pPr>
              <a:defRPr sz="1950" b="0">
                <a:solidFill>
                  <a:srgbClr val="D9E3EA"/>
                </a:solidFill>
                <a:latin typeface="Arial"/>
                <a:ea typeface="Arial"/>
                <a:cs typeface="Arial"/>
              </a:defRPr>
            </a:lvl9pPr>
          </a:lstStyle>
          <a:p xmlns:a="http://schemas.openxmlformats.org/drawingml/2006/main">
            <a:pPr>
              <a:defRPr sz="1950" b="0">
                <a:solidFill>
                  <a:srgbClr val="D9E3EA"/>
                </a:solidFill>
                <a:latin typeface="Arial"/>
                <a:ea typeface="Arial"/>
                <a:cs typeface="Arial"/>
              </a:defRPr>
            </a:pPr>
            <a:r>
              <a:rPr sz="1950" b="0">
                <a:solidFill>
                  <a:srgbClr val="D9E3EA"/>
                </a:solidFill>
                <a:latin typeface="Arial"/>
                <a:ea typeface="Arial"/>
                <a:cs typeface="Arial"/>
              </a:rPr>
              <a:t>Una API, un panel y dos alertas. Mantener desactivado el envío de logs.</a:t>
            </a:r>
          </a:p>
        </p:txBody>
      </p:sp>
      <p:sp>
        <p:nvSpPr>
          <p:cNvPr id="7" name="02">
            <a:extLst xmlns:a="http://schemas.openxmlformats.org/drawingml/2006/main">
              <a:ext uri="{FF2B5EF4-FFF2-40B4-BE49-F238E27FC236}">
                <a16:creationId xmlns:a16="http://schemas.microsoft.com/office/drawing/2014/main" id="{D539CDFA-F4E0-45DF-9827-EEF39C3183AD}"/>
              </a:ext>
            </a:extLst>
          </p:cNvPr>
          <p:cNvSpPr>
            <a:spLocks xmlns:a="http://schemas.openxmlformats.org/drawingml/2006/main" noGrp="1"/>
          </p:cNvSpPr>
          <p:nvPr/>
        </p:nvSpPr>
        <p:spPr>
          <a:xfrm xmlns:a="http://schemas.openxmlformats.org/drawingml/2006/main">
            <a:off x="685800" y="29908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E9850C"/>
                </a:solidFill>
                <a:latin typeface="Arial"/>
                <a:ea typeface="Arial"/>
                <a:cs typeface="Arial"/>
              </a:defRPr>
            </a:defPPr>
            <a:lvl1pPr>
              <a:defRPr sz="2850" b="1">
                <a:solidFill>
                  <a:srgbClr val="E9850C"/>
                </a:solidFill>
                <a:latin typeface="Arial"/>
                <a:ea typeface="Arial"/>
                <a:cs typeface="Arial"/>
              </a:defRPr>
            </a:lvl1pPr>
            <a:lvl2pPr>
              <a:defRPr sz="2850" b="1">
                <a:solidFill>
                  <a:srgbClr val="E9850C"/>
                </a:solidFill>
                <a:latin typeface="Arial"/>
                <a:ea typeface="Arial"/>
                <a:cs typeface="Arial"/>
              </a:defRPr>
            </a:lvl2pPr>
            <a:lvl3pPr>
              <a:defRPr sz="2850" b="1">
                <a:solidFill>
                  <a:srgbClr val="E9850C"/>
                </a:solidFill>
                <a:latin typeface="Arial"/>
                <a:ea typeface="Arial"/>
                <a:cs typeface="Arial"/>
              </a:defRPr>
            </a:lvl3pPr>
            <a:lvl4pPr>
              <a:defRPr sz="2850" b="1">
                <a:solidFill>
                  <a:srgbClr val="E9850C"/>
                </a:solidFill>
                <a:latin typeface="Arial"/>
                <a:ea typeface="Arial"/>
                <a:cs typeface="Arial"/>
              </a:defRPr>
            </a:lvl4pPr>
            <a:lvl5pPr>
              <a:defRPr sz="2850" b="1">
                <a:solidFill>
                  <a:srgbClr val="E9850C"/>
                </a:solidFill>
                <a:latin typeface="Arial"/>
                <a:ea typeface="Arial"/>
                <a:cs typeface="Arial"/>
              </a:defRPr>
            </a:lvl5pPr>
            <a:lvl6pPr>
              <a:defRPr sz="2850" b="1">
                <a:solidFill>
                  <a:srgbClr val="E9850C"/>
                </a:solidFill>
                <a:latin typeface="Arial"/>
                <a:ea typeface="Arial"/>
                <a:cs typeface="Arial"/>
              </a:defRPr>
            </a:lvl6pPr>
            <a:lvl7pPr>
              <a:defRPr sz="2850" b="1">
                <a:solidFill>
                  <a:srgbClr val="E9850C"/>
                </a:solidFill>
                <a:latin typeface="Arial"/>
                <a:ea typeface="Arial"/>
                <a:cs typeface="Arial"/>
              </a:defRPr>
            </a:lvl7pPr>
            <a:lvl8pPr>
              <a:defRPr sz="2850" b="1">
                <a:solidFill>
                  <a:srgbClr val="E9850C"/>
                </a:solidFill>
                <a:latin typeface="Arial"/>
                <a:ea typeface="Arial"/>
                <a:cs typeface="Arial"/>
              </a:defRPr>
            </a:lvl8pPr>
            <a:lvl9pPr>
              <a:defRPr sz="2850" b="1">
                <a:solidFill>
                  <a:srgbClr val="E9850C"/>
                </a:solidFill>
                <a:latin typeface="Arial"/>
                <a:ea typeface="Arial"/>
                <a:cs typeface="Arial"/>
              </a:defRPr>
            </a:lvl9pPr>
          </a:lstStyle>
          <a:p xmlns:a="http://schemas.openxmlformats.org/drawingml/2006/main">
            <a:pPr>
              <a:defRPr sz="2850" b="1">
                <a:solidFill>
                  <a:srgbClr val="E9850C"/>
                </a:solidFill>
                <a:latin typeface="Arial"/>
                <a:ea typeface="Arial"/>
                <a:cs typeface="Arial"/>
              </a:defRPr>
            </a:pPr>
            <a:r>
              <a:rPr sz="2850" b="1">
                <a:solidFill>
                  <a:srgbClr val="E9850C"/>
                </a:solidFill>
                <a:latin typeface="Arial"/>
                <a:ea typeface="Arial"/>
                <a:cs typeface="Arial"/>
              </a:rPr>
              <a:t>02</a:t>
            </a:r>
          </a:p>
        </p:txBody>
      </p:sp>
      <p:sp>
        <p:nvSpPr>
          <p:cNvPr id="8" name="Revisar señales y consumo">
            <a:extLst xmlns:a="http://schemas.openxmlformats.org/drawingml/2006/main">
              <a:ext uri="{FF2B5EF4-FFF2-40B4-BE49-F238E27FC236}">
                <a16:creationId xmlns:a16="http://schemas.microsoft.com/office/drawing/2014/main" id="{610D2852-EB99-4386-BB2E-797267CB373C}"/>
              </a:ext>
            </a:extLst>
          </p:cNvPr>
          <p:cNvSpPr>
            <a:spLocks xmlns:a="http://schemas.openxmlformats.org/drawingml/2006/main" noGrp="1"/>
          </p:cNvSpPr>
          <p:nvPr/>
        </p:nvSpPr>
        <p:spPr>
          <a:xfrm xmlns:a="http://schemas.openxmlformats.org/drawingml/2006/main">
            <a:off x="1581150" y="2990850"/>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Revisar señales y consumo</a:t>
            </a:r>
          </a:p>
        </p:txBody>
      </p:sp>
      <p:sp>
        <p:nvSpPr>
          <p:cNvPr id="9" name="Ajustar umbrales y comprobar la ingesta y los límites de la cuent">
            <a:extLst xmlns:a="http://schemas.openxmlformats.org/drawingml/2006/main">
              <a:ext uri="{FF2B5EF4-FFF2-40B4-BE49-F238E27FC236}">
                <a16:creationId xmlns:a16="http://schemas.microsoft.com/office/drawing/2014/main" id="{8E7E3FF2-805C-4F69-BA16-5D098CF5AF23}"/>
              </a:ext>
            </a:extLst>
          </p:cNvPr>
          <p:cNvSpPr>
            <a:spLocks xmlns:a="http://schemas.openxmlformats.org/drawingml/2006/main" noGrp="1"/>
          </p:cNvSpPr>
          <p:nvPr/>
        </p:nvSpPr>
        <p:spPr>
          <a:xfrm xmlns:a="http://schemas.openxmlformats.org/drawingml/2006/main">
            <a:off x="1581150" y="3448050"/>
            <a:ext cx="962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D9E3EA"/>
                </a:solidFill>
                <a:latin typeface="Arial"/>
                <a:ea typeface="Arial"/>
                <a:cs typeface="Arial"/>
              </a:defRPr>
            </a:defPPr>
            <a:lvl1pPr>
              <a:defRPr sz="1950" b="0">
                <a:solidFill>
                  <a:srgbClr val="D9E3EA"/>
                </a:solidFill>
                <a:latin typeface="Arial"/>
                <a:ea typeface="Arial"/>
                <a:cs typeface="Arial"/>
              </a:defRPr>
            </a:lvl1pPr>
            <a:lvl2pPr>
              <a:defRPr sz="1950" b="0">
                <a:solidFill>
                  <a:srgbClr val="D9E3EA"/>
                </a:solidFill>
                <a:latin typeface="Arial"/>
                <a:ea typeface="Arial"/>
                <a:cs typeface="Arial"/>
              </a:defRPr>
            </a:lvl2pPr>
            <a:lvl3pPr>
              <a:defRPr sz="1950" b="0">
                <a:solidFill>
                  <a:srgbClr val="D9E3EA"/>
                </a:solidFill>
                <a:latin typeface="Arial"/>
                <a:ea typeface="Arial"/>
                <a:cs typeface="Arial"/>
              </a:defRPr>
            </a:lvl3pPr>
            <a:lvl4pPr>
              <a:defRPr sz="1950" b="0">
                <a:solidFill>
                  <a:srgbClr val="D9E3EA"/>
                </a:solidFill>
                <a:latin typeface="Arial"/>
                <a:ea typeface="Arial"/>
                <a:cs typeface="Arial"/>
              </a:defRPr>
            </a:lvl4pPr>
            <a:lvl5pPr>
              <a:defRPr sz="1950" b="0">
                <a:solidFill>
                  <a:srgbClr val="D9E3EA"/>
                </a:solidFill>
                <a:latin typeface="Arial"/>
                <a:ea typeface="Arial"/>
                <a:cs typeface="Arial"/>
              </a:defRPr>
            </a:lvl5pPr>
            <a:lvl6pPr>
              <a:defRPr sz="1950" b="0">
                <a:solidFill>
                  <a:srgbClr val="D9E3EA"/>
                </a:solidFill>
                <a:latin typeface="Arial"/>
                <a:ea typeface="Arial"/>
                <a:cs typeface="Arial"/>
              </a:defRPr>
            </a:lvl6pPr>
            <a:lvl7pPr>
              <a:defRPr sz="1950" b="0">
                <a:solidFill>
                  <a:srgbClr val="D9E3EA"/>
                </a:solidFill>
                <a:latin typeface="Arial"/>
                <a:ea typeface="Arial"/>
                <a:cs typeface="Arial"/>
              </a:defRPr>
            </a:lvl7pPr>
            <a:lvl8pPr>
              <a:defRPr sz="1950" b="0">
                <a:solidFill>
                  <a:srgbClr val="D9E3EA"/>
                </a:solidFill>
                <a:latin typeface="Arial"/>
                <a:ea typeface="Arial"/>
                <a:cs typeface="Arial"/>
              </a:defRPr>
            </a:lvl8pPr>
            <a:lvl9pPr>
              <a:defRPr sz="1950" b="0">
                <a:solidFill>
                  <a:srgbClr val="D9E3EA"/>
                </a:solidFill>
                <a:latin typeface="Arial"/>
                <a:ea typeface="Arial"/>
                <a:cs typeface="Arial"/>
              </a:defRPr>
            </a:lvl9pPr>
          </a:lstStyle>
          <a:p xmlns:a="http://schemas.openxmlformats.org/drawingml/2006/main">
            <a:pPr>
              <a:defRPr sz="1950" b="0">
                <a:solidFill>
                  <a:srgbClr val="D9E3EA"/>
                </a:solidFill>
                <a:latin typeface="Arial"/>
                <a:ea typeface="Arial"/>
                <a:cs typeface="Arial"/>
              </a:defRPr>
            </a:pPr>
            <a:r>
              <a:rPr sz="1950" b="0">
                <a:solidFill>
                  <a:srgbClr val="D9E3EA"/>
                </a:solidFill>
                <a:latin typeface="Arial"/>
                <a:ea typeface="Arial"/>
                <a:cs typeface="Arial"/>
              </a:rPr>
              <a:t>Ajustar umbrales y comprobar la ingesta y los límites de la cuenta.</a:t>
            </a:r>
          </a:p>
        </p:txBody>
      </p:sp>
      <p:sp>
        <p:nvSpPr>
          <p:cNvPr id="10" name="03">
            <a:extLst xmlns:a="http://schemas.openxmlformats.org/drawingml/2006/main">
              <a:ext uri="{FF2B5EF4-FFF2-40B4-BE49-F238E27FC236}">
                <a16:creationId xmlns:a16="http://schemas.microsoft.com/office/drawing/2014/main" id="{AB0FBF85-3322-4ACD-ADA5-1BE1ACE2DA46}"/>
              </a:ext>
            </a:extLst>
          </p:cNvPr>
          <p:cNvSpPr>
            <a:spLocks xmlns:a="http://schemas.openxmlformats.org/drawingml/2006/main" noGrp="1"/>
          </p:cNvSpPr>
          <p:nvPr/>
        </p:nvSpPr>
        <p:spPr>
          <a:xfrm xmlns:a="http://schemas.openxmlformats.org/drawingml/2006/main">
            <a:off x="685800" y="43053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E9850C"/>
                </a:solidFill>
                <a:latin typeface="Arial"/>
                <a:ea typeface="Arial"/>
                <a:cs typeface="Arial"/>
              </a:defRPr>
            </a:defPPr>
            <a:lvl1pPr>
              <a:defRPr sz="2850" b="1">
                <a:solidFill>
                  <a:srgbClr val="E9850C"/>
                </a:solidFill>
                <a:latin typeface="Arial"/>
                <a:ea typeface="Arial"/>
                <a:cs typeface="Arial"/>
              </a:defRPr>
            </a:lvl1pPr>
            <a:lvl2pPr>
              <a:defRPr sz="2850" b="1">
                <a:solidFill>
                  <a:srgbClr val="E9850C"/>
                </a:solidFill>
                <a:latin typeface="Arial"/>
                <a:ea typeface="Arial"/>
                <a:cs typeface="Arial"/>
              </a:defRPr>
            </a:lvl2pPr>
            <a:lvl3pPr>
              <a:defRPr sz="2850" b="1">
                <a:solidFill>
                  <a:srgbClr val="E9850C"/>
                </a:solidFill>
                <a:latin typeface="Arial"/>
                <a:ea typeface="Arial"/>
                <a:cs typeface="Arial"/>
              </a:defRPr>
            </a:lvl3pPr>
            <a:lvl4pPr>
              <a:defRPr sz="2850" b="1">
                <a:solidFill>
                  <a:srgbClr val="E9850C"/>
                </a:solidFill>
                <a:latin typeface="Arial"/>
                <a:ea typeface="Arial"/>
                <a:cs typeface="Arial"/>
              </a:defRPr>
            </a:lvl4pPr>
            <a:lvl5pPr>
              <a:defRPr sz="2850" b="1">
                <a:solidFill>
                  <a:srgbClr val="E9850C"/>
                </a:solidFill>
                <a:latin typeface="Arial"/>
                <a:ea typeface="Arial"/>
                <a:cs typeface="Arial"/>
              </a:defRPr>
            </a:lvl5pPr>
            <a:lvl6pPr>
              <a:defRPr sz="2850" b="1">
                <a:solidFill>
                  <a:srgbClr val="E9850C"/>
                </a:solidFill>
                <a:latin typeface="Arial"/>
                <a:ea typeface="Arial"/>
                <a:cs typeface="Arial"/>
              </a:defRPr>
            </a:lvl6pPr>
            <a:lvl7pPr>
              <a:defRPr sz="2850" b="1">
                <a:solidFill>
                  <a:srgbClr val="E9850C"/>
                </a:solidFill>
                <a:latin typeface="Arial"/>
                <a:ea typeface="Arial"/>
                <a:cs typeface="Arial"/>
              </a:defRPr>
            </a:lvl7pPr>
            <a:lvl8pPr>
              <a:defRPr sz="2850" b="1">
                <a:solidFill>
                  <a:srgbClr val="E9850C"/>
                </a:solidFill>
                <a:latin typeface="Arial"/>
                <a:ea typeface="Arial"/>
                <a:cs typeface="Arial"/>
              </a:defRPr>
            </a:lvl8pPr>
            <a:lvl9pPr>
              <a:defRPr sz="2850" b="1">
                <a:solidFill>
                  <a:srgbClr val="E9850C"/>
                </a:solidFill>
                <a:latin typeface="Arial"/>
                <a:ea typeface="Arial"/>
                <a:cs typeface="Arial"/>
              </a:defRPr>
            </a:lvl9pPr>
          </a:lstStyle>
          <a:p xmlns:a="http://schemas.openxmlformats.org/drawingml/2006/main">
            <a:pPr>
              <a:defRPr sz="2850" b="1">
                <a:solidFill>
                  <a:srgbClr val="E9850C"/>
                </a:solidFill>
                <a:latin typeface="Arial"/>
                <a:ea typeface="Arial"/>
                <a:cs typeface="Arial"/>
              </a:defRPr>
            </a:pPr>
            <a:r>
              <a:rPr sz="2850" b="1">
                <a:solidFill>
                  <a:srgbClr val="E9850C"/>
                </a:solidFill>
                <a:latin typeface="Arial"/>
                <a:ea typeface="Arial"/>
                <a:cs typeface="Arial"/>
              </a:rPr>
              <a:t>03</a:t>
            </a:r>
          </a:p>
        </p:txBody>
      </p:sp>
      <p:sp>
        <p:nvSpPr>
          <p:cNvPr id="11" name="Ampliar cuando exista una necesidad">
            <a:extLst xmlns:a="http://schemas.openxmlformats.org/drawingml/2006/main">
              <a:ext uri="{FF2B5EF4-FFF2-40B4-BE49-F238E27FC236}">
                <a16:creationId xmlns:a16="http://schemas.microsoft.com/office/drawing/2014/main" id="{97199F97-3528-4A98-8B79-768DB59D42CE}"/>
              </a:ext>
            </a:extLst>
          </p:cNvPr>
          <p:cNvSpPr>
            <a:spLocks xmlns:a="http://schemas.openxmlformats.org/drawingml/2006/main" noGrp="1"/>
          </p:cNvSpPr>
          <p:nvPr/>
        </p:nvSpPr>
        <p:spPr>
          <a:xfrm xmlns:a="http://schemas.openxmlformats.org/drawingml/2006/main">
            <a:off x="1581150" y="4305300"/>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Ampliar cuando exista una necesidad</a:t>
            </a:r>
          </a:p>
        </p:txBody>
      </p:sp>
      <p:sp>
        <p:nvSpPr>
          <p:cNvPr id="12" name="Activar Browser o disponibilidad después de validar la primera et">
            <a:extLst xmlns:a="http://schemas.openxmlformats.org/drawingml/2006/main">
              <a:ext uri="{FF2B5EF4-FFF2-40B4-BE49-F238E27FC236}">
                <a16:creationId xmlns:a16="http://schemas.microsoft.com/office/drawing/2014/main" id="{8772FCF0-C329-449B-885F-D561C5D1614E}"/>
              </a:ext>
            </a:extLst>
          </p:cNvPr>
          <p:cNvSpPr>
            <a:spLocks xmlns:a="http://schemas.openxmlformats.org/drawingml/2006/main" noGrp="1"/>
          </p:cNvSpPr>
          <p:nvPr/>
        </p:nvSpPr>
        <p:spPr>
          <a:xfrm xmlns:a="http://schemas.openxmlformats.org/drawingml/2006/main">
            <a:off x="1581150" y="4762500"/>
            <a:ext cx="962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D9E3EA"/>
                </a:solidFill>
                <a:latin typeface="Arial"/>
                <a:ea typeface="Arial"/>
                <a:cs typeface="Arial"/>
              </a:defRPr>
            </a:defPPr>
            <a:lvl1pPr>
              <a:defRPr sz="1950" b="0">
                <a:solidFill>
                  <a:srgbClr val="D9E3EA"/>
                </a:solidFill>
                <a:latin typeface="Arial"/>
                <a:ea typeface="Arial"/>
                <a:cs typeface="Arial"/>
              </a:defRPr>
            </a:lvl1pPr>
            <a:lvl2pPr>
              <a:defRPr sz="1950" b="0">
                <a:solidFill>
                  <a:srgbClr val="D9E3EA"/>
                </a:solidFill>
                <a:latin typeface="Arial"/>
                <a:ea typeface="Arial"/>
                <a:cs typeface="Arial"/>
              </a:defRPr>
            </a:lvl2pPr>
            <a:lvl3pPr>
              <a:defRPr sz="1950" b="0">
                <a:solidFill>
                  <a:srgbClr val="D9E3EA"/>
                </a:solidFill>
                <a:latin typeface="Arial"/>
                <a:ea typeface="Arial"/>
                <a:cs typeface="Arial"/>
              </a:defRPr>
            </a:lvl3pPr>
            <a:lvl4pPr>
              <a:defRPr sz="1950" b="0">
                <a:solidFill>
                  <a:srgbClr val="D9E3EA"/>
                </a:solidFill>
                <a:latin typeface="Arial"/>
                <a:ea typeface="Arial"/>
                <a:cs typeface="Arial"/>
              </a:defRPr>
            </a:lvl4pPr>
            <a:lvl5pPr>
              <a:defRPr sz="1950" b="0">
                <a:solidFill>
                  <a:srgbClr val="D9E3EA"/>
                </a:solidFill>
                <a:latin typeface="Arial"/>
                <a:ea typeface="Arial"/>
                <a:cs typeface="Arial"/>
              </a:defRPr>
            </a:lvl5pPr>
            <a:lvl6pPr>
              <a:defRPr sz="1950" b="0">
                <a:solidFill>
                  <a:srgbClr val="D9E3EA"/>
                </a:solidFill>
                <a:latin typeface="Arial"/>
                <a:ea typeface="Arial"/>
                <a:cs typeface="Arial"/>
              </a:defRPr>
            </a:lvl6pPr>
            <a:lvl7pPr>
              <a:defRPr sz="1950" b="0">
                <a:solidFill>
                  <a:srgbClr val="D9E3EA"/>
                </a:solidFill>
                <a:latin typeface="Arial"/>
                <a:ea typeface="Arial"/>
                <a:cs typeface="Arial"/>
              </a:defRPr>
            </a:lvl7pPr>
            <a:lvl8pPr>
              <a:defRPr sz="1950" b="0">
                <a:solidFill>
                  <a:srgbClr val="D9E3EA"/>
                </a:solidFill>
                <a:latin typeface="Arial"/>
                <a:ea typeface="Arial"/>
                <a:cs typeface="Arial"/>
              </a:defRPr>
            </a:lvl8pPr>
            <a:lvl9pPr>
              <a:defRPr sz="1950" b="0">
                <a:solidFill>
                  <a:srgbClr val="D9E3EA"/>
                </a:solidFill>
                <a:latin typeface="Arial"/>
                <a:ea typeface="Arial"/>
                <a:cs typeface="Arial"/>
              </a:defRPr>
            </a:lvl9pPr>
          </a:lstStyle>
          <a:p xmlns:a="http://schemas.openxmlformats.org/drawingml/2006/main">
            <a:pPr>
              <a:defRPr sz="1950" b="0">
                <a:solidFill>
                  <a:srgbClr val="D9E3EA"/>
                </a:solidFill>
                <a:latin typeface="Arial"/>
                <a:ea typeface="Arial"/>
                <a:cs typeface="Arial"/>
              </a:defRPr>
            </a:pPr>
            <a:r>
              <a:rPr sz="1950" b="0">
                <a:solidFill>
                  <a:srgbClr val="D9E3EA"/>
                </a:solidFill>
                <a:latin typeface="Arial"/>
                <a:ea typeface="Arial"/>
                <a:cs typeface="Arial"/>
              </a:rPr>
              <a:t>Activar Browser o disponibilidad después de validar la primera etapa.</a:t>
            </a:r>
          </a:p>
        </p:txBody>
      </p:sp>
      <p:sp>
        <p:nvSpPr>
          <p:cNvPr id="13" name="Resultado esperado: detectar fallas antes y orientar su diagnósti">
            <a:extLst xmlns:a="http://schemas.openxmlformats.org/drawingml/2006/main">
              <a:ext uri="{FF2B5EF4-FFF2-40B4-BE49-F238E27FC236}">
                <a16:creationId xmlns:a16="http://schemas.microsoft.com/office/drawing/2014/main" id="{5A1B8BAB-D54C-44F6-BFD4-4F70916FCE8B}"/>
              </a:ext>
            </a:extLst>
          </p:cNvPr>
          <p:cNvSpPr>
            <a:spLocks xmlns:a="http://schemas.openxmlformats.org/drawingml/2006/main" noGrp="1"/>
          </p:cNvSpPr>
          <p:nvPr/>
        </p:nvSpPr>
        <p:spPr>
          <a:xfrm xmlns:a="http://schemas.openxmlformats.org/drawingml/2006/main">
            <a:off x="685800" y="58483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F2A443"/>
                </a:solidFill>
                <a:latin typeface="Arial"/>
                <a:ea typeface="Arial"/>
                <a:cs typeface="Arial"/>
              </a:defRPr>
            </a:defPPr>
            <a:lvl1pPr>
              <a:defRPr sz="1950" b="1">
                <a:solidFill>
                  <a:srgbClr val="F2A443"/>
                </a:solidFill>
                <a:latin typeface="Arial"/>
                <a:ea typeface="Arial"/>
                <a:cs typeface="Arial"/>
              </a:defRPr>
            </a:lvl1pPr>
            <a:lvl2pPr>
              <a:defRPr sz="1950" b="1">
                <a:solidFill>
                  <a:srgbClr val="F2A443"/>
                </a:solidFill>
                <a:latin typeface="Arial"/>
                <a:ea typeface="Arial"/>
                <a:cs typeface="Arial"/>
              </a:defRPr>
            </a:lvl2pPr>
            <a:lvl3pPr>
              <a:defRPr sz="1950" b="1">
                <a:solidFill>
                  <a:srgbClr val="F2A443"/>
                </a:solidFill>
                <a:latin typeface="Arial"/>
                <a:ea typeface="Arial"/>
                <a:cs typeface="Arial"/>
              </a:defRPr>
            </a:lvl3pPr>
            <a:lvl4pPr>
              <a:defRPr sz="1950" b="1">
                <a:solidFill>
                  <a:srgbClr val="F2A443"/>
                </a:solidFill>
                <a:latin typeface="Arial"/>
                <a:ea typeface="Arial"/>
                <a:cs typeface="Arial"/>
              </a:defRPr>
            </a:lvl4pPr>
            <a:lvl5pPr>
              <a:defRPr sz="1950" b="1">
                <a:solidFill>
                  <a:srgbClr val="F2A443"/>
                </a:solidFill>
                <a:latin typeface="Arial"/>
                <a:ea typeface="Arial"/>
                <a:cs typeface="Arial"/>
              </a:defRPr>
            </a:lvl5pPr>
            <a:lvl6pPr>
              <a:defRPr sz="1950" b="1">
                <a:solidFill>
                  <a:srgbClr val="F2A443"/>
                </a:solidFill>
                <a:latin typeface="Arial"/>
                <a:ea typeface="Arial"/>
                <a:cs typeface="Arial"/>
              </a:defRPr>
            </a:lvl6pPr>
            <a:lvl7pPr>
              <a:defRPr sz="1950" b="1">
                <a:solidFill>
                  <a:srgbClr val="F2A443"/>
                </a:solidFill>
                <a:latin typeface="Arial"/>
                <a:ea typeface="Arial"/>
                <a:cs typeface="Arial"/>
              </a:defRPr>
            </a:lvl7pPr>
            <a:lvl8pPr>
              <a:defRPr sz="1950" b="1">
                <a:solidFill>
                  <a:srgbClr val="F2A443"/>
                </a:solidFill>
                <a:latin typeface="Arial"/>
                <a:ea typeface="Arial"/>
                <a:cs typeface="Arial"/>
              </a:defRPr>
            </a:lvl8pPr>
            <a:lvl9pPr>
              <a:defRPr sz="1950" b="1">
                <a:solidFill>
                  <a:srgbClr val="F2A443"/>
                </a:solidFill>
                <a:latin typeface="Arial"/>
                <a:ea typeface="Arial"/>
                <a:cs typeface="Arial"/>
              </a:defRPr>
            </a:lvl9pPr>
          </a:lstStyle>
          <a:p xmlns:a="http://schemas.openxmlformats.org/drawingml/2006/main">
            <a:pPr>
              <a:defRPr sz="1950" b="1">
                <a:solidFill>
                  <a:srgbClr val="F2A443"/>
                </a:solidFill>
                <a:latin typeface="Arial"/>
                <a:ea typeface="Arial"/>
                <a:cs typeface="Arial"/>
              </a:defRPr>
            </a:pPr>
            <a:r>
              <a:rPr sz="1950" b="1">
                <a:solidFill>
                  <a:srgbClr val="F2A443"/>
                </a:solidFill>
                <a:latin typeface="Arial"/>
                <a:ea typeface="Arial"/>
                <a:cs typeface="Arial"/>
              </a:rPr>
              <a:t>Resultado esperado: detectar fallas antes y orientar su diagnóstico.</a:t>
            </a:r>
          </a:p>
        </p:txBody>
      </p:sp>
    </p:spTree>
    <p:extLst>
      <p:ext uri="{BB962C8B-B14F-4D97-AF65-F5344CB8AC3E}">
        <p14:creationId xmlns:p14="http://schemas.microsoft.com/office/powerpoint/2010/main" val="19590141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2026-10-19T14:31:01.6500000Z</dcterms:created>
  <dcterms:modified xsi:type="dcterms:W3CDTF">2026-10-19T14:31:01.6510000Z</dcterms:modified>
</coreProperties>
</file>