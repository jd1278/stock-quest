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1daa51fec14bb4" /><Relationship Type="http://schemas.openxmlformats.org/officeDocument/2006/relationships/extended-properties" Target="/docProps/app.xml" Id="Rcd8a15c4ece54538" /><Relationship Type="http://schemas.openxmlformats.org/officeDocument/2006/relationships/officeDocument" Target="/ppt/presentation.xml" Id="Rd74107ea7f57473d" /></Relationships>
</file>

<file path=ppt/presentation.xml><?xml version="1.0" encoding="utf-8"?>
<p:presentation xmlns:p="http://schemas.openxmlformats.org/presentationml/2006/main">
  <p:sldMasterIdLst>
    <p:sldMasterId xmlns:r="http://schemas.openxmlformats.org/officeDocument/2006/relationships" id="2147483648" r:id="Rcc049dd668524bb5"/>
  </p:sldMasterIdLst>
  <p:notesMasterIdLst>
    <p:notesMasterId xmlns:r="http://schemas.openxmlformats.org/officeDocument/2006/relationships" r:id="R53aa4753456e4db8"/>
  </p:notesMasterIdLst>
  <p:sldIdLst>
    <p:sldId xmlns:r="http://schemas.openxmlformats.org/officeDocument/2006/relationships" id="256" r:id="R2168639d53fc4a54"/>
    <p:sldId xmlns:r="http://schemas.openxmlformats.org/officeDocument/2006/relationships" id="257" r:id="R08f4face0db84284"/>
    <p:sldId xmlns:r="http://schemas.openxmlformats.org/officeDocument/2006/relationships" id="258" r:id="R2a7f0cdc89b74599"/>
    <p:sldId xmlns:r="http://schemas.openxmlformats.org/officeDocument/2006/relationships" id="259" r:id="Ra1efb226e31c45a7"/>
    <p:sldId xmlns:r="http://schemas.openxmlformats.org/officeDocument/2006/relationships" id="260" r:id="R584df161ecc04608"/>
    <p:sldId xmlns:r="http://schemas.openxmlformats.org/officeDocument/2006/relationships" id="261" r:id="R82fa4d97ddd64f9d"/>
    <p:sldId xmlns:r="http://schemas.openxmlformats.org/officeDocument/2006/relationships" id="262" r:id="R92995299bdee48e9"/>
    <p:sldId xmlns:r="http://schemas.openxmlformats.org/officeDocument/2006/relationships" id="263" r:id="R173a39328c1745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707d9051104bb6" /><Relationship Type="http://schemas.openxmlformats.org/officeDocument/2006/relationships/slideMaster" Target="/ppt/slideMasters/slideMaster1.xml" Id="Rcc049dd668524bb5" /><Relationship Type="http://schemas.openxmlformats.org/officeDocument/2006/relationships/notesMaster" Target="/ppt/notesMasters/notesMaster1.xml" Id="R53aa4753456e4db8" /><Relationship Type="http://schemas.openxmlformats.org/officeDocument/2006/relationships/presProps" Target="/ppt/presProps.xml" Id="R9f3af4bb341c4a10" /><Relationship Type="http://schemas.openxmlformats.org/officeDocument/2006/relationships/tableStyles" Target="/ppt/tableStyles.xml" Id="Rb681dd97b5c34077" /><Relationship Type="http://schemas.openxmlformats.org/officeDocument/2006/relationships/slide" Target="/ppt/slides/slide1.xml" Id="R2168639d53fc4a54" /><Relationship Type="http://schemas.openxmlformats.org/officeDocument/2006/relationships/slide" Target="/ppt/slides/slide2.xml" Id="R08f4face0db84284" /><Relationship Type="http://schemas.openxmlformats.org/officeDocument/2006/relationships/slide" Target="/ppt/slides/slide3.xml" Id="R2a7f0cdc89b74599" /><Relationship Type="http://schemas.openxmlformats.org/officeDocument/2006/relationships/slide" Target="/ppt/slides/slide4.xml" Id="Ra1efb226e31c45a7" /><Relationship Type="http://schemas.openxmlformats.org/officeDocument/2006/relationships/slide" Target="/ppt/slides/slide5.xml" Id="R584df161ecc04608" /><Relationship Type="http://schemas.openxmlformats.org/officeDocument/2006/relationships/slide" Target="/ppt/slides/slide6.xml" Id="R82fa4d97ddd64f9d" /><Relationship Type="http://schemas.openxmlformats.org/officeDocument/2006/relationships/slide" Target="/ppt/slides/slide7.xml" Id="R92995299bdee48e9" /><Relationship Type="http://schemas.openxmlformats.org/officeDocument/2006/relationships/slide" Target="/ppt/slides/slide8.xml" Id="R173a39328c1745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731a6c285746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aacd681e5a4312" /><Relationship Type="http://schemas.openxmlformats.org/officeDocument/2006/relationships/notesMaster" Target="/ppt/notesMasters/notesMaster1.xml" Id="Ra48f58dac51a46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aa828b9b1049a2" /><Relationship Type="http://schemas.openxmlformats.org/officeDocument/2006/relationships/notesMaster" Target="/ppt/notesMasters/notesMaster1.xml" Id="Rf9cdb0294ae04a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a27d68166c4320" /><Relationship Type="http://schemas.openxmlformats.org/officeDocument/2006/relationships/notesMaster" Target="/ppt/notesMasters/notesMaster1.xml" Id="R291549ff5b684e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021957e56344bb" /><Relationship Type="http://schemas.openxmlformats.org/officeDocument/2006/relationships/notesMaster" Target="/ppt/notesMasters/notesMaster1.xml" Id="Ra262cfad674d4d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bacfaa7ea34d8f" /><Relationship Type="http://schemas.openxmlformats.org/officeDocument/2006/relationships/notesMaster" Target="/ppt/notesMasters/notesMaster1.xml" Id="Ra30aa68c46c147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37ecf1afa14983" /><Relationship Type="http://schemas.openxmlformats.org/officeDocument/2006/relationships/notesMaster" Target="/ppt/notesMasters/notesMaster1.xml" Id="Rcccbe3b11e4842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be6af1f64743e1" /><Relationship Type="http://schemas.openxmlformats.org/officeDocument/2006/relationships/notesMaster" Target="/ppt/notesMasters/notesMaster1.xml" Id="R5168369dc43046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080bb8280b412b" /><Relationship Type="http://schemas.openxmlformats.org/officeDocument/2006/relationships/notesMaster" Target="/ppt/notesMasters/notesMaster1.xml" Id="R3717ec53b9f34e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Presento cómo monitorizamos Stock Quest, una aplicación de aprendizaje y simulación logística con tres microservicios Java. Mostraré qué recoge Prometheus, cómo lo presenta Grafana y un ensayo real de caída y recuperación. El alcance es local. Fuente de capturas: documento del usuario «grafana -prometheus.docx», preparado durante el ensayo local.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0:30–1:20. Cada servicio expone métricas mediante Actuator y el registro Prometheus de Micrometer. Prometheus consulta esos endpoints cada 15 segundos y guarda las mediciones. Grafana consulta esa fuente para representar las series. Grafana no lee las tablas de negocio ni se conecta a PostgreSQL para este dashboard. Las métricas incluyen HTTP, JVM y el pool de conexiones. Fuentes: https://docs.spring.io/spring-boot/3.5/reference/actuator/metrics.html ; https://prometheus.io/docs/introduction/overview/ ; observability/prometheus-local.yml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1:20–2:00. Instalamos los paquetes nativos para Windows en C:\StockQuestTools. No se necesita una cuenta de Grafana Cloud para esta instalación OSS. Activamos el perfil observabilidad en los servicios y agregamos Prometheus como fuente de datos de Grafana. Save &amp; test confirmó la consulta de la API. Las herramientas escuchan localmente. Fuente de capturas: documento del usuario «grafana -prometheus.docx», preparado durante el ensayo local. Fuentes: https://grafana.com/docs/grafana/latest/setup-grafana/installation/windows/ ; https://grafana.com/docs/grafana/latest/datasources/prometheus/configure/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2:00–2:40. En Targets aparecen los tres servicios Java en UP, además del propio Prometheus. El indicador up vale uno si Prometheus puede recoger métricas y cero si falla esa recolección. No garantiza que el login o la base estén funcionando. Por eso también usamos /health/ready y recorridos de usuario. Fuente de capturas: documento del usuario «grafana -prometheus.docx», preparado durante el ensayo local. Configuración: observability/prometheus-local.yml.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2:40–3:30. El dashboard importado desde JSON contiene ocho paneles. La memoria y CPU pertenecen a cada proceso Java. Las conexiones activas provienen del pool Hikari. p95 estima un tiempo que no supera aproximadamente el 95 por ciento de las solicitudes observadas. El tráfico incluye health/ready y API interna, por lo que estos gráficos no equivalen al tiempo de carga del frontend. Excluimos Actuator de las métricas HTTP mostradas. Si no hay solicitudes, una gráfica HTTP puede no tener datos. Fuente de capturas: documento del usuario «grafana -prometheus.docx», preparado durante el ensayo local. Fuente de consultas: observability/stockquest-dashboard.json.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3:30–4:10. El script identificó el proceso de simulación de este checkout y lo detuvo. Prometheus registró up igual a cero y Grafana lo mostró en rojo. Personas y aprendizaje siguieron recolectándose. Esto prueba independencia de procesos y visibilidad de la caída, no que todos los flujos de negocio sigan disponibles. Un proceso detenido no puede responder 5xx, por eso el panel up es importante. Fuente de capturas: documento del usuario «grafana -prometheus.docx», preparado durante el ensayo local. Evidencia: informes demo-0ce8716d121b4dc4affeef9c9c37585c.json y demo-b6f1aa81de9348149fede4346d09900a.json, ambos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4:10–4:50. Tras el reinicio, el script confirmó readiness y esperó hasta que los tres objetivos estuvieron en uno. La gráfica conserva los descensos y la vuelta a uno. Existen dos ejecuciones locales con PASS. No deducimos de esta prueba disponibilidad del 99 por ciento ni recuperación de todos los datos de negocio. Fuente de capturas: documento del usuario «grafana -prometheus.docx», preparado durante el ensayo local. Fuente: los dos informes locales del ensayo, campo status PASS y readinessAfter.status 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4:50–7:30. Cambio al dashboard y ejecuto scripts/demo-observability.ps1 desde PowerShell. Capturo el estado inicial, pulso Enter para detener simulación, muestro el rojo y el descenso a cero, pulso Enter para recuperar y cierro con PASS y los tres UP. No cierro PowerShell durante la prueba. Si la demo falla, uso las capturas de las diapositivas anteriores y explico el incidente sin afirmar un nuevo resultado. Las alertas automáticas todavía no están configuradas. Grafana ya ofrece visibilidad local y evidencia de caída/recuperación, pero no certificación de producción.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b25a9cc99f410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3171f6117f43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819a53c513498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e3ed36b26c4b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d64970e1994d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b070a426f742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C95B89-EB7B-4BBD-9C4D-458FC396E9C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9BB44B-E210-4273-9AF6-E49111F710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555BAE-5192-4843-97AB-5741A34B68D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368254-E8C1-45D8-AB82-0B786D60C9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3C6FCAA-36AD-4037-8861-F4CBDD4C6FE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56FC094-EB1C-4268-B502-F97049FB56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48B9E9-D449-4152-AA4F-47B81B458F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3C01272-A82A-4FA6-9A8B-CFE9D750C7F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CE8B6B-920B-4393-BA77-FD5B2DFC2F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68D2A9-7023-4697-9472-B88871A207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ec25b95a5945be" /><Relationship Type="http://schemas.openxmlformats.org/officeDocument/2006/relationships/slideLayout" Target="/ppt/slideLayouts/slideLayout1.xml" Id="R7b569cb2c96942bb" /><Relationship Type="http://schemas.openxmlformats.org/officeDocument/2006/relationships/slideLayout" Target="/ppt/slideLayouts/slideLayout2.xml" Id="R5d15dfe15f2043e8" /><Relationship Type="http://schemas.openxmlformats.org/officeDocument/2006/relationships/slideLayout" Target="/ppt/slideLayouts/slideLayout3.xml" Id="R7b62418db19a43b2" /><Relationship Type="http://schemas.openxmlformats.org/officeDocument/2006/relationships/slideLayout" Target="/ppt/slideLayouts/slideLayout4.xml" Id="R703fbfd21f504b68" /><Relationship Type="http://schemas.openxmlformats.org/officeDocument/2006/relationships/slideLayout" Target="/ppt/slideLayouts/slideLayout5.xml" Id="R870c674837894ed0" /><Relationship Type="http://schemas.openxmlformats.org/officeDocument/2006/relationships/slideLayout" Target="/ppt/slideLayouts/slideLayout6.xml" Id="R507ff768944142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569cb2c96942bb"/>
    <p:sldLayoutId xmlns:r="http://schemas.openxmlformats.org/officeDocument/2006/relationships" id="2147483650" r:id="R5d15dfe15f2043e8"/>
    <p:sldLayoutId xmlns:r="http://schemas.openxmlformats.org/officeDocument/2006/relationships" id="2147483651" r:id="R7b62418db19a43b2"/>
    <p:sldLayoutId xmlns:r="http://schemas.openxmlformats.org/officeDocument/2006/relationships" id="2147483652" r:id="R703fbfd21f504b68"/>
    <p:sldLayoutId xmlns:r="http://schemas.openxmlformats.org/officeDocument/2006/relationships" id="2147483653" r:id="R870c674837894ed0"/>
    <p:sldLayoutId xmlns:r="http://schemas.openxmlformats.org/officeDocument/2006/relationships" id="2147483654" r:id="R507ff768944142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04905b6c87a449e" /><Relationship Type="http://schemas.openxmlformats.org/officeDocument/2006/relationships/image" Target="/ppt/media/image.png" Id="R927040e49cde4080" /><Relationship Type="http://schemas.openxmlformats.org/officeDocument/2006/relationships/notesSlide" Target="/ppt/notesSlides/notesSlide1.xml" Id="R6be3ece2ed4b42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8e01826e03b4dbf" /><Relationship Type="http://schemas.openxmlformats.org/officeDocument/2006/relationships/notesSlide" Target="/ppt/notesSlides/notesSlide2.xml" Id="R4154713bd84343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eb4aa6501a41c3" /><Relationship Type="http://schemas.openxmlformats.org/officeDocument/2006/relationships/image" Target="/ppt/media/image2.png" Id="R5010b11436cd455f" /><Relationship Type="http://schemas.openxmlformats.org/officeDocument/2006/relationships/notesSlide" Target="/ppt/notesSlides/notesSlide3.xml" Id="Rb63e735566164a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086b5dda3584738" /><Relationship Type="http://schemas.openxmlformats.org/officeDocument/2006/relationships/image" Target="/ppt/media/image3.png" Id="R714237c0a27f421d" /><Relationship Type="http://schemas.openxmlformats.org/officeDocument/2006/relationships/notesSlide" Target="/ppt/notesSlides/notesSlide4.xml" Id="R59ab6ab1859f4d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16c28bebfe4fcb" /><Relationship Type="http://schemas.openxmlformats.org/officeDocument/2006/relationships/image" Target="/ppt/media/image4.png" Id="R3c10639e3b344f7d" /><Relationship Type="http://schemas.openxmlformats.org/officeDocument/2006/relationships/image" Target="/ppt/media/image5.png" Id="Re0dd67ad332c49bf" /><Relationship Type="http://schemas.openxmlformats.org/officeDocument/2006/relationships/notesSlide" Target="/ppt/notesSlides/notesSlide5.xml" Id="R8a3272582afa44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225c76bf3f54b14" /><Relationship Type="http://schemas.openxmlformats.org/officeDocument/2006/relationships/image" Target="/ppt/media/image6.png" Id="Ra73c544f80ff4568" /><Relationship Type="http://schemas.openxmlformats.org/officeDocument/2006/relationships/notesSlide" Target="/ppt/notesSlides/notesSlide6.xml" Id="R1435fc75cb504c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65589a07174fd5" /><Relationship Type="http://schemas.openxmlformats.org/officeDocument/2006/relationships/image" Target="/ppt/media/image7.png" Id="R4b82d015fc534ffc" /><Relationship Type="http://schemas.openxmlformats.org/officeDocument/2006/relationships/notesSlide" Target="/ppt/notesSlides/notesSlide7.xml" Id="Rb22a3d350e8e4a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c66b96b14754106" /><Relationship Type="http://schemas.openxmlformats.org/officeDocument/2006/relationships/notesSlide" Target="/ppt/notesSlides/notesSlide8.xml" Id="R4e2542709efb4a28" /></Relationships>
</file>

<file path=ppt/slides/slide1.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76EBB6-A600-4D4D-AAAE-69D5A6BD57BB}"/>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Grafana y Prometheus</a:t>
            </a:r>
          </a:p>
        </p:txBody>
      </p:sp>
      <p:sp>
        <p:nvSpPr>
          <p:cNvPr id="2" name="">
            <a:extLst xmlns:a="http://schemas.openxmlformats.org/drawingml/2006/main">
              <a:ext uri="{FF2B5EF4-FFF2-40B4-BE49-F238E27FC236}">
                <a16:creationId xmlns:a16="http://schemas.microsoft.com/office/drawing/2014/main" id="{4E73AA9A-018A-4434-B70B-25B9845624C3}"/>
              </a:ext>
            </a:extLst>
          </p:cNvPr>
          <p:cNvSpPr>
            <a:spLocks xmlns:a="http://schemas.openxmlformats.org/drawingml/2006/main" noGrp="1"/>
          </p:cNvSpPr>
          <p:nvPr/>
        </p:nvSpPr>
        <p:spPr>
          <a:xfrm xmlns:a="http://schemas.openxmlformats.org/drawingml/2006/main">
            <a:off x="609600" y="644842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01</a:t>
            </a:r>
          </a:p>
        </p:txBody>
      </p:sp>
      <p:sp>
        <p:nvSpPr>
          <p:cNvPr id="3" name="">
            <a:extLst xmlns:a="http://schemas.openxmlformats.org/drawingml/2006/main">
              <a:ext uri="{FF2B5EF4-FFF2-40B4-BE49-F238E27FC236}">
                <a16:creationId xmlns:a16="http://schemas.microsoft.com/office/drawing/2014/main" id="{9CB4AFD8-19B1-4129-9168-744CFF58AAD5}"/>
              </a:ext>
            </a:extLst>
          </p:cNvPr>
          <p:cNvSpPr>
            <a:spLocks xmlns:a="http://schemas.openxmlformats.org/drawingml/2006/main" noGrp="1"/>
          </p:cNvSpPr>
          <p:nvPr/>
        </p:nvSpPr>
        <p:spPr>
          <a:xfrm xmlns:a="http://schemas.openxmlformats.org/drawingml/2006/main">
            <a:off x="609600" y="180975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500" b="1">
                <a:solidFill>
                  <a:srgbClr val="FF9933"/>
                </a:solidFill>
                <a:latin typeface="Arial"/>
                <a:ea typeface="Arial"/>
                <a:cs typeface="Arial"/>
              </a:defRPr>
            </a:defPPr>
            <a:lvl1pPr>
              <a:defRPr sz="4500" b="1">
                <a:solidFill>
                  <a:srgbClr val="FF9933"/>
                </a:solidFill>
                <a:latin typeface="Arial"/>
                <a:ea typeface="Arial"/>
                <a:cs typeface="Arial"/>
              </a:defRPr>
            </a:lvl1pPr>
            <a:lvl2pPr>
              <a:defRPr sz="4500" b="1">
                <a:solidFill>
                  <a:srgbClr val="FF9933"/>
                </a:solidFill>
                <a:latin typeface="Arial"/>
                <a:ea typeface="Arial"/>
                <a:cs typeface="Arial"/>
              </a:defRPr>
            </a:lvl2pPr>
            <a:lvl3pPr>
              <a:defRPr sz="4500" b="1">
                <a:solidFill>
                  <a:srgbClr val="FF9933"/>
                </a:solidFill>
                <a:latin typeface="Arial"/>
                <a:ea typeface="Arial"/>
                <a:cs typeface="Arial"/>
              </a:defRPr>
            </a:lvl3pPr>
            <a:lvl4pPr>
              <a:defRPr sz="4500" b="1">
                <a:solidFill>
                  <a:srgbClr val="FF9933"/>
                </a:solidFill>
                <a:latin typeface="Arial"/>
                <a:ea typeface="Arial"/>
                <a:cs typeface="Arial"/>
              </a:defRPr>
            </a:lvl4pPr>
            <a:lvl5pPr>
              <a:defRPr sz="4500" b="1">
                <a:solidFill>
                  <a:srgbClr val="FF9933"/>
                </a:solidFill>
                <a:latin typeface="Arial"/>
                <a:ea typeface="Arial"/>
                <a:cs typeface="Arial"/>
              </a:defRPr>
            </a:lvl5pPr>
            <a:lvl6pPr>
              <a:defRPr sz="4500" b="1">
                <a:solidFill>
                  <a:srgbClr val="FF9933"/>
                </a:solidFill>
                <a:latin typeface="Arial"/>
                <a:ea typeface="Arial"/>
                <a:cs typeface="Arial"/>
              </a:defRPr>
            </a:lvl6pPr>
            <a:lvl7pPr>
              <a:defRPr sz="4500" b="1">
                <a:solidFill>
                  <a:srgbClr val="FF9933"/>
                </a:solidFill>
                <a:latin typeface="Arial"/>
                <a:ea typeface="Arial"/>
                <a:cs typeface="Arial"/>
              </a:defRPr>
            </a:lvl7pPr>
            <a:lvl8pPr>
              <a:defRPr sz="4500" b="1">
                <a:solidFill>
                  <a:srgbClr val="FF9933"/>
                </a:solidFill>
                <a:latin typeface="Arial"/>
                <a:ea typeface="Arial"/>
                <a:cs typeface="Arial"/>
              </a:defRPr>
            </a:lvl8pPr>
            <a:lvl9pPr>
              <a:defRPr sz="4500" b="1">
                <a:solidFill>
                  <a:srgbClr val="FF9933"/>
                </a:solidFill>
                <a:latin typeface="Arial"/>
                <a:ea typeface="Arial"/>
                <a:cs typeface="Arial"/>
              </a:defRPr>
            </a:lvl9pPr>
          </a:lstStyle>
          <a:p xmlns:a="http://schemas.openxmlformats.org/drawingml/2006/main">
            <a:pPr>
              <a:defRPr sz="4500" b="1">
                <a:solidFill>
                  <a:srgbClr val="FF9933"/>
                </a:solidFill>
                <a:latin typeface="Arial"/>
                <a:ea typeface="Arial"/>
                <a:cs typeface="Arial"/>
              </a:defRPr>
            </a:pPr>
            <a:r>
              <a:rPr sz="4500" b="1">
                <a:solidFill>
                  <a:srgbClr val="FF9933"/>
                </a:solidFill>
                <a:latin typeface="Arial"/>
                <a:ea typeface="Arial"/>
                <a:cs typeface="Arial"/>
              </a:rPr>
              <a:t>Observabilidad de</a:t>
            </a:r>
          </a:p>
          <a:p xmlns:a="http://schemas.openxmlformats.org/drawingml/2006/main">
            <a:pPr>
              <a:defRPr sz="4500" b="1">
                <a:solidFill>
                  <a:srgbClr val="FF9933"/>
                </a:solidFill>
                <a:latin typeface="Arial"/>
                <a:ea typeface="Arial"/>
                <a:cs typeface="Arial"/>
              </a:defRPr>
            </a:pPr>
            <a:r>
              <a:rPr sz="4500" b="1">
                <a:solidFill>
                  <a:srgbClr val="FF9933"/>
                </a:solidFill>
                <a:latin typeface="Arial"/>
                <a:ea typeface="Arial"/>
                <a:cs typeface="Arial"/>
              </a:rPr>
              <a:t>Stock Quest</a:t>
            </a:r>
          </a:p>
        </p:txBody>
      </p:sp>
      <p:sp>
        <p:nvSpPr>
          <p:cNvPr id="4" name="">
            <a:extLst xmlns:a="http://schemas.openxmlformats.org/drawingml/2006/main">
              <a:ext uri="{FF2B5EF4-FFF2-40B4-BE49-F238E27FC236}">
                <a16:creationId xmlns:a16="http://schemas.microsoft.com/office/drawing/2014/main" id="{96B33986-BF57-4B3F-B26B-0764FDD29C86}"/>
              </a:ext>
            </a:extLst>
          </p:cNvPr>
          <p:cNvSpPr>
            <a:spLocks xmlns:a="http://schemas.openxmlformats.org/drawingml/2006/main" noGrp="1"/>
          </p:cNvSpPr>
          <p:nvPr/>
        </p:nvSpPr>
        <p:spPr>
          <a:xfrm xmlns:a="http://schemas.openxmlformats.org/drawingml/2006/main">
            <a:off x="609600" y="37147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6FA"/>
                </a:solidFill>
                <a:latin typeface="Arial"/>
                <a:ea typeface="Arial"/>
                <a:cs typeface="Arial"/>
              </a:defRPr>
            </a:defPPr>
            <a:lvl1pPr>
              <a:defRPr sz="2175" b="0">
                <a:solidFill>
                  <a:srgbClr val="F4F6FA"/>
                </a:solidFill>
                <a:latin typeface="Arial"/>
                <a:ea typeface="Arial"/>
                <a:cs typeface="Arial"/>
              </a:defRPr>
            </a:lvl1pPr>
            <a:lvl2pPr>
              <a:defRPr sz="2175" b="0">
                <a:solidFill>
                  <a:srgbClr val="F4F6FA"/>
                </a:solidFill>
                <a:latin typeface="Arial"/>
                <a:ea typeface="Arial"/>
                <a:cs typeface="Arial"/>
              </a:defRPr>
            </a:lvl2pPr>
            <a:lvl3pPr>
              <a:defRPr sz="2175" b="0">
                <a:solidFill>
                  <a:srgbClr val="F4F6FA"/>
                </a:solidFill>
                <a:latin typeface="Arial"/>
                <a:ea typeface="Arial"/>
                <a:cs typeface="Arial"/>
              </a:defRPr>
            </a:lvl3pPr>
            <a:lvl4pPr>
              <a:defRPr sz="2175" b="0">
                <a:solidFill>
                  <a:srgbClr val="F4F6FA"/>
                </a:solidFill>
                <a:latin typeface="Arial"/>
                <a:ea typeface="Arial"/>
                <a:cs typeface="Arial"/>
              </a:defRPr>
            </a:lvl4pPr>
            <a:lvl5pPr>
              <a:defRPr sz="2175" b="0">
                <a:solidFill>
                  <a:srgbClr val="F4F6FA"/>
                </a:solidFill>
                <a:latin typeface="Arial"/>
                <a:ea typeface="Arial"/>
                <a:cs typeface="Arial"/>
              </a:defRPr>
            </a:lvl5pPr>
            <a:lvl6pPr>
              <a:defRPr sz="2175" b="0">
                <a:solidFill>
                  <a:srgbClr val="F4F6FA"/>
                </a:solidFill>
                <a:latin typeface="Arial"/>
                <a:ea typeface="Arial"/>
                <a:cs typeface="Arial"/>
              </a:defRPr>
            </a:lvl6pPr>
            <a:lvl7pPr>
              <a:defRPr sz="2175" b="0">
                <a:solidFill>
                  <a:srgbClr val="F4F6FA"/>
                </a:solidFill>
                <a:latin typeface="Arial"/>
                <a:ea typeface="Arial"/>
                <a:cs typeface="Arial"/>
              </a:defRPr>
            </a:lvl7pPr>
            <a:lvl8pPr>
              <a:defRPr sz="2175" b="0">
                <a:solidFill>
                  <a:srgbClr val="F4F6FA"/>
                </a:solidFill>
                <a:latin typeface="Arial"/>
                <a:ea typeface="Arial"/>
                <a:cs typeface="Arial"/>
              </a:defRPr>
            </a:lvl8pPr>
            <a:lvl9pPr>
              <a:defRPr sz="2175" b="0">
                <a:solidFill>
                  <a:srgbClr val="F4F6FA"/>
                </a:solidFill>
                <a:latin typeface="Arial"/>
                <a:ea typeface="Arial"/>
                <a:cs typeface="Arial"/>
              </a:defRPr>
            </a:lvl9pPr>
          </a:lstStyle>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Tres microservicios Java</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Demostración local con datos reales</a:t>
            </a:r>
          </a:p>
        </p:txBody>
      </p:sp>
      <p:pic>
        <p:nvPicPr>
          <p:cNvPr id="5" name="">
            <a:extLst xmlns:a="http://schemas.openxmlformats.org/drawingml/2006/main">
              <a:ext uri="{FF2B5EF4-FFF2-40B4-BE49-F238E27FC236}">
                <a16:creationId xmlns:a16="http://schemas.microsoft.com/office/drawing/2014/main" id="{28F9E98B-5B89-401D-ABD1-A22EE2C33542}"/>
              </a:ext>
            </a:extLst>
          </p:cNvPr>
          <p:cNvPicPr>
            <a:picLocks xmlns:a="http://schemas.openxmlformats.org/drawingml/2006/main" noChangeAspect="1"/>
          </p:cNvPicPr>
          <p:nvPr/>
        </p:nvPicPr>
        <p:blipFill>
          <a:blip xmlns:r="http://schemas.openxmlformats.org/officeDocument/2006/relationships" xmlns:a="http://schemas.openxmlformats.org/drawingml/2006/main" r:embed="R927040e49cde4080"/>
          <a:stretch xmlns:a="http://schemas.openxmlformats.org/drawingml/2006/main"/>
        </p:blipFill>
        <p:spPr>
          <a:xfrm xmlns:a="http://schemas.openxmlformats.org/drawingml/2006/main">
            <a:off x="6477000" y="2094085"/>
            <a:ext cx="5143500" cy="290795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354F4C7-2EEB-4F28-B17A-3D35E63A1E85}"/>
              </a:ext>
            </a:extLst>
          </p:cNvPr>
          <p:cNvSpPr>
            <a:spLocks xmlns:a="http://schemas.openxmlformats.org/drawingml/2006/main" noGrp="1"/>
          </p:cNvSpPr>
          <p:nvPr/>
        </p:nvSpPr>
        <p:spPr>
          <a:xfrm xmlns:a="http://schemas.openxmlformats.org/drawingml/2006/main">
            <a:off x="609600" y="55245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7C3D1"/>
                </a:solidFill>
                <a:latin typeface="Arial"/>
                <a:ea typeface="Arial"/>
                <a:cs typeface="Arial"/>
              </a:defRPr>
            </a:defPPr>
            <a:lvl1pPr>
              <a:defRPr sz="1800" b="0">
                <a:solidFill>
                  <a:srgbClr val="B7C3D1"/>
                </a:solidFill>
                <a:latin typeface="Arial"/>
                <a:ea typeface="Arial"/>
                <a:cs typeface="Arial"/>
              </a:defRPr>
            </a:lvl1pPr>
            <a:lvl2pPr>
              <a:defRPr sz="1800" b="0">
                <a:solidFill>
                  <a:srgbClr val="B7C3D1"/>
                </a:solidFill>
                <a:latin typeface="Arial"/>
                <a:ea typeface="Arial"/>
                <a:cs typeface="Arial"/>
              </a:defRPr>
            </a:lvl2pPr>
            <a:lvl3pPr>
              <a:defRPr sz="1800" b="0">
                <a:solidFill>
                  <a:srgbClr val="B7C3D1"/>
                </a:solidFill>
                <a:latin typeface="Arial"/>
                <a:ea typeface="Arial"/>
                <a:cs typeface="Arial"/>
              </a:defRPr>
            </a:lvl3pPr>
            <a:lvl4pPr>
              <a:defRPr sz="1800" b="0">
                <a:solidFill>
                  <a:srgbClr val="B7C3D1"/>
                </a:solidFill>
                <a:latin typeface="Arial"/>
                <a:ea typeface="Arial"/>
                <a:cs typeface="Arial"/>
              </a:defRPr>
            </a:lvl4pPr>
            <a:lvl5pPr>
              <a:defRPr sz="1800" b="0">
                <a:solidFill>
                  <a:srgbClr val="B7C3D1"/>
                </a:solidFill>
                <a:latin typeface="Arial"/>
                <a:ea typeface="Arial"/>
                <a:cs typeface="Arial"/>
              </a:defRPr>
            </a:lvl5pPr>
            <a:lvl6pPr>
              <a:defRPr sz="1800" b="0">
                <a:solidFill>
                  <a:srgbClr val="B7C3D1"/>
                </a:solidFill>
                <a:latin typeface="Arial"/>
                <a:ea typeface="Arial"/>
                <a:cs typeface="Arial"/>
              </a:defRPr>
            </a:lvl6pPr>
            <a:lvl7pPr>
              <a:defRPr sz="1800" b="0">
                <a:solidFill>
                  <a:srgbClr val="B7C3D1"/>
                </a:solidFill>
                <a:latin typeface="Arial"/>
                <a:ea typeface="Arial"/>
                <a:cs typeface="Arial"/>
              </a:defRPr>
            </a:lvl7pPr>
            <a:lvl8pPr>
              <a:defRPr sz="1800" b="0">
                <a:solidFill>
                  <a:srgbClr val="B7C3D1"/>
                </a:solidFill>
                <a:latin typeface="Arial"/>
                <a:ea typeface="Arial"/>
                <a:cs typeface="Arial"/>
              </a:defRPr>
            </a:lvl8pPr>
            <a:lvl9pPr>
              <a:defRPr sz="1800" b="0">
                <a:solidFill>
                  <a:srgbClr val="B7C3D1"/>
                </a:solidFill>
                <a:latin typeface="Arial"/>
                <a:ea typeface="Arial"/>
                <a:cs typeface="Arial"/>
              </a:defRPr>
            </a:lvl9pPr>
          </a:lstStyle>
          <a:p xmlns:a="http://schemas.openxmlformats.org/drawingml/2006/main">
            <a:pPr>
              <a:defRPr sz="1800" b="0">
                <a:solidFill>
                  <a:srgbClr val="B7C3D1"/>
                </a:solidFill>
                <a:latin typeface="Arial"/>
                <a:ea typeface="Arial"/>
                <a:cs typeface="Arial"/>
              </a:defRPr>
            </a:pPr>
            <a:r>
              <a:rPr sz="1800" b="0">
                <a:solidFill>
                  <a:srgbClr val="B7C3D1"/>
                </a:solidFill>
                <a:latin typeface="Arial"/>
                <a:ea typeface="Arial"/>
                <a:cs typeface="Arial"/>
              </a:rPr>
              <a:t>Exposición de 5–10 minutos</a:t>
            </a:r>
          </a:p>
        </p:txBody>
      </p:sp>
    </p:spTree>
    <p:extLst>
      <p:ext uri="{BB962C8B-B14F-4D97-AF65-F5344CB8AC3E}">
        <p14:creationId xmlns:p14="http://schemas.microsoft.com/office/powerpoint/2010/main" val="767454450"/>
      </p:ext>
    </p:extLst>
  </p:cSld>
</p:sld>
</file>

<file path=ppt/slides/slide2.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E439234-4A68-4AE8-ACEA-60A83B9D0CBB}"/>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El recorrido de las métricas</a:t>
            </a:r>
          </a:p>
        </p:txBody>
      </p:sp>
      <p:sp>
        <p:nvSpPr>
          <p:cNvPr id="2" name="">
            <a:extLst xmlns:a="http://schemas.openxmlformats.org/drawingml/2006/main">
              <a:ext uri="{FF2B5EF4-FFF2-40B4-BE49-F238E27FC236}">
                <a16:creationId xmlns:a16="http://schemas.microsoft.com/office/drawing/2014/main" id="{FB917D34-655D-468D-A4D2-6E76781E8DA2}"/>
              </a:ext>
            </a:extLst>
          </p:cNvPr>
          <p:cNvSpPr>
            <a:spLocks xmlns:a="http://schemas.openxmlformats.org/drawingml/2006/main" noGrp="1"/>
          </p:cNvSpPr>
          <p:nvPr/>
        </p:nvSpPr>
        <p:spPr>
          <a:xfrm xmlns:a="http://schemas.openxmlformats.org/drawingml/2006/main">
            <a:off x="609600" y="644842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02</a:t>
            </a:r>
          </a:p>
        </p:txBody>
      </p:sp>
      <p:sp>
        <p:nvSpPr>
          <p:cNvPr id="3" name="">
            <a:extLst xmlns:a="http://schemas.openxmlformats.org/drawingml/2006/main">
              <a:ext uri="{FF2B5EF4-FFF2-40B4-BE49-F238E27FC236}">
                <a16:creationId xmlns:a16="http://schemas.microsoft.com/office/drawing/2014/main" id="{A54F389E-1D3B-4E25-AAA6-045706569781}"/>
              </a:ext>
            </a:extLst>
          </p:cNvPr>
          <p:cNvSpPr>
            <a:spLocks xmlns:a="http://schemas.openxmlformats.org/drawingml/2006/main" noGrp="1"/>
          </p:cNvSpPr>
          <p:nvPr/>
        </p:nvSpPr>
        <p:spPr>
          <a:xfrm xmlns:a="http://schemas.openxmlformats.org/drawingml/2006/main">
            <a:off x="609600" y="15240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FF9933"/>
                </a:solidFill>
                <a:latin typeface="Arial"/>
                <a:ea typeface="Arial"/>
                <a:cs typeface="Arial"/>
              </a:defRPr>
            </a:defPPr>
            <a:lvl1pPr>
              <a:defRPr sz="2325" b="1">
                <a:solidFill>
                  <a:srgbClr val="FF9933"/>
                </a:solidFill>
                <a:latin typeface="Arial"/>
                <a:ea typeface="Arial"/>
                <a:cs typeface="Arial"/>
              </a:defRPr>
            </a:lvl1pPr>
            <a:lvl2pPr>
              <a:defRPr sz="2325" b="1">
                <a:solidFill>
                  <a:srgbClr val="FF9933"/>
                </a:solidFill>
                <a:latin typeface="Arial"/>
                <a:ea typeface="Arial"/>
                <a:cs typeface="Arial"/>
              </a:defRPr>
            </a:lvl2pPr>
            <a:lvl3pPr>
              <a:defRPr sz="2325" b="1">
                <a:solidFill>
                  <a:srgbClr val="FF9933"/>
                </a:solidFill>
                <a:latin typeface="Arial"/>
                <a:ea typeface="Arial"/>
                <a:cs typeface="Arial"/>
              </a:defRPr>
            </a:lvl3pPr>
            <a:lvl4pPr>
              <a:defRPr sz="2325" b="1">
                <a:solidFill>
                  <a:srgbClr val="FF9933"/>
                </a:solidFill>
                <a:latin typeface="Arial"/>
                <a:ea typeface="Arial"/>
                <a:cs typeface="Arial"/>
              </a:defRPr>
            </a:lvl4pPr>
            <a:lvl5pPr>
              <a:defRPr sz="2325" b="1">
                <a:solidFill>
                  <a:srgbClr val="FF9933"/>
                </a:solidFill>
                <a:latin typeface="Arial"/>
                <a:ea typeface="Arial"/>
                <a:cs typeface="Arial"/>
              </a:defRPr>
            </a:lvl5pPr>
            <a:lvl6pPr>
              <a:defRPr sz="2325" b="1">
                <a:solidFill>
                  <a:srgbClr val="FF9933"/>
                </a:solidFill>
                <a:latin typeface="Arial"/>
                <a:ea typeface="Arial"/>
                <a:cs typeface="Arial"/>
              </a:defRPr>
            </a:lvl6pPr>
            <a:lvl7pPr>
              <a:defRPr sz="2325" b="1">
                <a:solidFill>
                  <a:srgbClr val="FF9933"/>
                </a:solidFill>
                <a:latin typeface="Arial"/>
                <a:ea typeface="Arial"/>
                <a:cs typeface="Arial"/>
              </a:defRPr>
            </a:lvl7pPr>
            <a:lvl8pPr>
              <a:defRPr sz="2325" b="1">
                <a:solidFill>
                  <a:srgbClr val="FF9933"/>
                </a:solidFill>
                <a:latin typeface="Arial"/>
                <a:ea typeface="Arial"/>
                <a:cs typeface="Arial"/>
              </a:defRPr>
            </a:lvl8pPr>
            <a:lvl9pPr>
              <a:defRPr sz="2325" b="1">
                <a:solidFill>
                  <a:srgbClr val="FF9933"/>
                </a:solidFill>
                <a:latin typeface="Arial"/>
                <a:ea typeface="Arial"/>
                <a:cs typeface="Arial"/>
              </a:defRPr>
            </a:lvl9pPr>
          </a:lstStyle>
          <a:p xmlns:a="http://schemas.openxmlformats.org/drawingml/2006/main">
            <a:pPr>
              <a:defRPr sz="2325" b="1">
                <a:solidFill>
                  <a:srgbClr val="FF9933"/>
                </a:solidFill>
                <a:latin typeface="Arial"/>
                <a:ea typeface="Arial"/>
                <a:cs typeface="Arial"/>
              </a:defRPr>
            </a:pPr>
            <a:r>
              <a:rPr sz="2325" b="1">
                <a:solidFill>
                  <a:srgbClr val="FF9933"/>
                </a:solidFill>
                <a:latin typeface="Arial"/>
                <a:ea typeface="Arial"/>
                <a:cs typeface="Arial"/>
              </a:rPr>
              <a:t>01  Servicios Java</a:t>
            </a:r>
          </a:p>
        </p:txBody>
      </p:sp>
      <p:sp>
        <p:nvSpPr>
          <p:cNvPr id="4" name="">
            <a:extLst xmlns:a="http://schemas.openxmlformats.org/drawingml/2006/main">
              <a:ext uri="{FF2B5EF4-FFF2-40B4-BE49-F238E27FC236}">
                <a16:creationId xmlns:a16="http://schemas.microsoft.com/office/drawing/2014/main" id="{98684630-CA4C-4885-A960-C1951C87388C}"/>
              </a:ext>
            </a:extLst>
          </p:cNvPr>
          <p:cNvSpPr>
            <a:spLocks xmlns:a="http://schemas.openxmlformats.org/drawingml/2006/main" noGrp="1"/>
          </p:cNvSpPr>
          <p:nvPr/>
        </p:nvSpPr>
        <p:spPr>
          <a:xfrm xmlns:a="http://schemas.openxmlformats.org/drawingml/2006/main">
            <a:off x="609600" y="2190750"/>
            <a:ext cx="3333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4F6FA"/>
                </a:solidFill>
                <a:latin typeface="Arial"/>
                <a:ea typeface="Arial"/>
                <a:cs typeface="Arial"/>
              </a:defRPr>
            </a:defPPr>
            <a:lvl1pPr>
              <a:defRPr sz="2100" b="0">
                <a:solidFill>
                  <a:srgbClr val="F4F6FA"/>
                </a:solidFill>
                <a:latin typeface="Arial"/>
                <a:ea typeface="Arial"/>
                <a:cs typeface="Arial"/>
              </a:defRPr>
            </a:lvl1pPr>
            <a:lvl2pPr>
              <a:defRPr sz="2100" b="0">
                <a:solidFill>
                  <a:srgbClr val="F4F6FA"/>
                </a:solidFill>
                <a:latin typeface="Arial"/>
                <a:ea typeface="Arial"/>
                <a:cs typeface="Arial"/>
              </a:defRPr>
            </a:lvl2pPr>
            <a:lvl3pPr>
              <a:defRPr sz="2100" b="0">
                <a:solidFill>
                  <a:srgbClr val="F4F6FA"/>
                </a:solidFill>
                <a:latin typeface="Arial"/>
                <a:ea typeface="Arial"/>
                <a:cs typeface="Arial"/>
              </a:defRPr>
            </a:lvl3pPr>
            <a:lvl4pPr>
              <a:defRPr sz="2100" b="0">
                <a:solidFill>
                  <a:srgbClr val="F4F6FA"/>
                </a:solidFill>
                <a:latin typeface="Arial"/>
                <a:ea typeface="Arial"/>
                <a:cs typeface="Arial"/>
              </a:defRPr>
            </a:lvl4pPr>
            <a:lvl5pPr>
              <a:defRPr sz="2100" b="0">
                <a:solidFill>
                  <a:srgbClr val="F4F6FA"/>
                </a:solidFill>
                <a:latin typeface="Arial"/>
                <a:ea typeface="Arial"/>
                <a:cs typeface="Arial"/>
              </a:defRPr>
            </a:lvl5pPr>
            <a:lvl6pPr>
              <a:defRPr sz="2100" b="0">
                <a:solidFill>
                  <a:srgbClr val="F4F6FA"/>
                </a:solidFill>
                <a:latin typeface="Arial"/>
                <a:ea typeface="Arial"/>
                <a:cs typeface="Arial"/>
              </a:defRPr>
            </a:lvl6pPr>
            <a:lvl7pPr>
              <a:defRPr sz="2100" b="0">
                <a:solidFill>
                  <a:srgbClr val="F4F6FA"/>
                </a:solidFill>
                <a:latin typeface="Arial"/>
                <a:ea typeface="Arial"/>
                <a:cs typeface="Arial"/>
              </a:defRPr>
            </a:lvl7pPr>
            <a:lvl8pPr>
              <a:defRPr sz="2100" b="0">
                <a:solidFill>
                  <a:srgbClr val="F4F6FA"/>
                </a:solidFill>
                <a:latin typeface="Arial"/>
                <a:ea typeface="Arial"/>
                <a:cs typeface="Arial"/>
              </a:defRPr>
            </a:lvl8pPr>
            <a:lvl9pPr>
              <a:defRPr sz="2100" b="0">
                <a:solidFill>
                  <a:srgbClr val="F4F6FA"/>
                </a:solidFill>
                <a:latin typeface="Arial"/>
                <a:ea typeface="Arial"/>
                <a:cs typeface="Arial"/>
              </a:defRPr>
            </a:lvl9pPr>
          </a:lstStyle>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Personas y capacitación</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Aprendizaje y evaluación</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Simulación logística</a:t>
            </a:r>
          </a:p>
        </p:txBody>
      </p:sp>
      <p:sp>
        <p:nvSpPr>
          <p:cNvPr id="5" name="">
            <a:extLst xmlns:a="http://schemas.openxmlformats.org/drawingml/2006/main">
              <a:ext uri="{FF2B5EF4-FFF2-40B4-BE49-F238E27FC236}">
                <a16:creationId xmlns:a16="http://schemas.microsoft.com/office/drawing/2014/main" id="{F461B848-834A-4177-A976-4DFD529B1B66}"/>
              </a:ext>
            </a:extLst>
          </p:cNvPr>
          <p:cNvSpPr>
            <a:spLocks xmlns:a="http://schemas.openxmlformats.org/drawingml/2006/main" noGrp="1"/>
          </p:cNvSpPr>
          <p:nvPr/>
        </p:nvSpPr>
        <p:spPr>
          <a:xfrm xmlns:a="http://schemas.openxmlformats.org/drawingml/2006/main">
            <a:off x="609600" y="4286250"/>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7C3D1"/>
                </a:solidFill>
                <a:latin typeface="Arial"/>
                <a:ea typeface="Arial"/>
                <a:cs typeface="Arial"/>
              </a:defRPr>
            </a:defPPr>
            <a:lvl1pPr>
              <a:defRPr sz="1875" b="0">
                <a:solidFill>
                  <a:srgbClr val="B7C3D1"/>
                </a:solidFill>
                <a:latin typeface="Arial"/>
                <a:ea typeface="Arial"/>
                <a:cs typeface="Arial"/>
              </a:defRPr>
            </a:lvl1pPr>
            <a:lvl2pPr>
              <a:defRPr sz="1875" b="0">
                <a:solidFill>
                  <a:srgbClr val="B7C3D1"/>
                </a:solidFill>
                <a:latin typeface="Arial"/>
                <a:ea typeface="Arial"/>
                <a:cs typeface="Arial"/>
              </a:defRPr>
            </a:lvl2pPr>
            <a:lvl3pPr>
              <a:defRPr sz="1875" b="0">
                <a:solidFill>
                  <a:srgbClr val="B7C3D1"/>
                </a:solidFill>
                <a:latin typeface="Arial"/>
                <a:ea typeface="Arial"/>
                <a:cs typeface="Arial"/>
              </a:defRPr>
            </a:lvl3pPr>
            <a:lvl4pPr>
              <a:defRPr sz="1875" b="0">
                <a:solidFill>
                  <a:srgbClr val="B7C3D1"/>
                </a:solidFill>
                <a:latin typeface="Arial"/>
                <a:ea typeface="Arial"/>
                <a:cs typeface="Arial"/>
              </a:defRPr>
            </a:lvl4pPr>
            <a:lvl5pPr>
              <a:defRPr sz="1875" b="0">
                <a:solidFill>
                  <a:srgbClr val="B7C3D1"/>
                </a:solidFill>
                <a:latin typeface="Arial"/>
                <a:ea typeface="Arial"/>
                <a:cs typeface="Arial"/>
              </a:defRPr>
            </a:lvl5pPr>
            <a:lvl6pPr>
              <a:defRPr sz="1875" b="0">
                <a:solidFill>
                  <a:srgbClr val="B7C3D1"/>
                </a:solidFill>
                <a:latin typeface="Arial"/>
                <a:ea typeface="Arial"/>
                <a:cs typeface="Arial"/>
              </a:defRPr>
            </a:lvl6pPr>
            <a:lvl7pPr>
              <a:defRPr sz="1875" b="0">
                <a:solidFill>
                  <a:srgbClr val="B7C3D1"/>
                </a:solidFill>
                <a:latin typeface="Arial"/>
                <a:ea typeface="Arial"/>
                <a:cs typeface="Arial"/>
              </a:defRPr>
            </a:lvl7pPr>
            <a:lvl8pPr>
              <a:defRPr sz="1875" b="0">
                <a:solidFill>
                  <a:srgbClr val="B7C3D1"/>
                </a:solidFill>
                <a:latin typeface="Arial"/>
                <a:ea typeface="Arial"/>
                <a:cs typeface="Arial"/>
              </a:defRPr>
            </a:lvl8pPr>
            <a:lvl9pPr>
              <a:defRPr sz="1875" b="0">
                <a:solidFill>
                  <a:srgbClr val="B7C3D1"/>
                </a:solidFill>
                <a:latin typeface="Arial"/>
                <a:ea typeface="Arial"/>
                <a:cs typeface="Arial"/>
              </a:defRPr>
            </a:lvl9pPr>
          </a:lstStyle>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Actuator + Micrometer</a:t>
            </a:r>
          </a:p>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/actuator/prometheus</a:t>
            </a:r>
          </a:p>
        </p:txBody>
      </p:sp>
      <p:sp>
        <p:nvSpPr>
          <p:cNvPr id="6" name="">
            <a:extLst xmlns:a="http://schemas.openxmlformats.org/drawingml/2006/main">
              <a:ext uri="{FF2B5EF4-FFF2-40B4-BE49-F238E27FC236}">
                <a16:creationId xmlns:a16="http://schemas.microsoft.com/office/drawing/2014/main" id="{4E2B0B86-A616-4799-8C39-7088C76FC90D}"/>
              </a:ext>
            </a:extLst>
          </p:cNvPr>
          <p:cNvSpPr>
            <a:spLocks xmlns:a="http://schemas.openxmlformats.org/drawingml/2006/main" noGrp="1"/>
          </p:cNvSpPr>
          <p:nvPr/>
        </p:nvSpPr>
        <p:spPr>
          <a:xfrm xmlns:a="http://schemas.openxmlformats.org/drawingml/2006/main">
            <a:off x="4438650" y="15240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FF9933"/>
                </a:solidFill>
                <a:latin typeface="Arial"/>
                <a:ea typeface="Arial"/>
                <a:cs typeface="Arial"/>
              </a:defRPr>
            </a:defPPr>
            <a:lvl1pPr>
              <a:defRPr sz="2325" b="1">
                <a:solidFill>
                  <a:srgbClr val="FF9933"/>
                </a:solidFill>
                <a:latin typeface="Arial"/>
                <a:ea typeface="Arial"/>
                <a:cs typeface="Arial"/>
              </a:defRPr>
            </a:lvl1pPr>
            <a:lvl2pPr>
              <a:defRPr sz="2325" b="1">
                <a:solidFill>
                  <a:srgbClr val="FF9933"/>
                </a:solidFill>
                <a:latin typeface="Arial"/>
                <a:ea typeface="Arial"/>
                <a:cs typeface="Arial"/>
              </a:defRPr>
            </a:lvl2pPr>
            <a:lvl3pPr>
              <a:defRPr sz="2325" b="1">
                <a:solidFill>
                  <a:srgbClr val="FF9933"/>
                </a:solidFill>
                <a:latin typeface="Arial"/>
                <a:ea typeface="Arial"/>
                <a:cs typeface="Arial"/>
              </a:defRPr>
            </a:lvl3pPr>
            <a:lvl4pPr>
              <a:defRPr sz="2325" b="1">
                <a:solidFill>
                  <a:srgbClr val="FF9933"/>
                </a:solidFill>
                <a:latin typeface="Arial"/>
                <a:ea typeface="Arial"/>
                <a:cs typeface="Arial"/>
              </a:defRPr>
            </a:lvl4pPr>
            <a:lvl5pPr>
              <a:defRPr sz="2325" b="1">
                <a:solidFill>
                  <a:srgbClr val="FF9933"/>
                </a:solidFill>
                <a:latin typeface="Arial"/>
                <a:ea typeface="Arial"/>
                <a:cs typeface="Arial"/>
              </a:defRPr>
            </a:lvl5pPr>
            <a:lvl6pPr>
              <a:defRPr sz="2325" b="1">
                <a:solidFill>
                  <a:srgbClr val="FF9933"/>
                </a:solidFill>
                <a:latin typeface="Arial"/>
                <a:ea typeface="Arial"/>
                <a:cs typeface="Arial"/>
              </a:defRPr>
            </a:lvl6pPr>
            <a:lvl7pPr>
              <a:defRPr sz="2325" b="1">
                <a:solidFill>
                  <a:srgbClr val="FF9933"/>
                </a:solidFill>
                <a:latin typeface="Arial"/>
                <a:ea typeface="Arial"/>
                <a:cs typeface="Arial"/>
              </a:defRPr>
            </a:lvl7pPr>
            <a:lvl8pPr>
              <a:defRPr sz="2325" b="1">
                <a:solidFill>
                  <a:srgbClr val="FF9933"/>
                </a:solidFill>
                <a:latin typeface="Arial"/>
                <a:ea typeface="Arial"/>
                <a:cs typeface="Arial"/>
              </a:defRPr>
            </a:lvl8pPr>
            <a:lvl9pPr>
              <a:defRPr sz="2325" b="1">
                <a:solidFill>
                  <a:srgbClr val="FF9933"/>
                </a:solidFill>
                <a:latin typeface="Arial"/>
                <a:ea typeface="Arial"/>
                <a:cs typeface="Arial"/>
              </a:defRPr>
            </a:lvl9pPr>
          </a:lstStyle>
          <a:p xmlns:a="http://schemas.openxmlformats.org/drawingml/2006/main">
            <a:pPr>
              <a:defRPr sz="2325" b="1">
                <a:solidFill>
                  <a:srgbClr val="FF9933"/>
                </a:solidFill>
                <a:latin typeface="Arial"/>
                <a:ea typeface="Arial"/>
                <a:cs typeface="Arial"/>
              </a:defRPr>
            </a:pPr>
            <a:r>
              <a:rPr sz="2325" b="1">
                <a:solidFill>
                  <a:srgbClr val="FF9933"/>
                </a:solidFill>
                <a:latin typeface="Arial"/>
                <a:ea typeface="Arial"/>
                <a:cs typeface="Arial"/>
              </a:rPr>
              <a:t>02  Prometheus</a:t>
            </a:r>
          </a:p>
        </p:txBody>
      </p:sp>
      <p:sp>
        <p:nvSpPr>
          <p:cNvPr id="7" name="">
            <a:extLst xmlns:a="http://schemas.openxmlformats.org/drawingml/2006/main">
              <a:ext uri="{FF2B5EF4-FFF2-40B4-BE49-F238E27FC236}">
                <a16:creationId xmlns:a16="http://schemas.microsoft.com/office/drawing/2014/main" id="{15864220-F1A5-47DA-B709-D2894806A464}"/>
              </a:ext>
            </a:extLst>
          </p:cNvPr>
          <p:cNvSpPr>
            <a:spLocks xmlns:a="http://schemas.openxmlformats.org/drawingml/2006/main" noGrp="1"/>
          </p:cNvSpPr>
          <p:nvPr/>
        </p:nvSpPr>
        <p:spPr>
          <a:xfrm xmlns:a="http://schemas.openxmlformats.org/drawingml/2006/main">
            <a:off x="4438650" y="2190750"/>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4F6FA"/>
                </a:solidFill>
                <a:latin typeface="Arial"/>
                <a:ea typeface="Arial"/>
                <a:cs typeface="Arial"/>
              </a:defRPr>
            </a:defPPr>
            <a:lvl1pPr>
              <a:defRPr sz="2100" b="0">
                <a:solidFill>
                  <a:srgbClr val="F4F6FA"/>
                </a:solidFill>
                <a:latin typeface="Arial"/>
                <a:ea typeface="Arial"/>
                <a:cs typeface="Arial"/>
              </a:defRPr>
            </a:lvl1pPr>
            <a:lvl2pPr>
              <a:defRPr sz="2100" b="0">
                <a:solidFill>
                  <a:srgbClr val="F4F6FA"/>
                </a:solidFill>
                <a:latin typeface="Arial"/>
                <a:ea typeface="Arial"/>
                <a:cs typeface="Arial"/>
              </a:defRPr>
            </a:lvl2pPr>
            <a:lvl3pPr>
              <a:defRPr sz="2100" b="0">
                <a:solidFill>
                  <a:srgbClr val="F4F6FA"/>
                </a:solidFill>
                <a:latin typeface="Arial"/>
                <a:ea typeface="Arial"/>
                <a:cs typeface="Arial"/>
              </a:defRPr>
            </a:lvl3pPr>
            <a:lvl4pPr>
              <a:defRPr sz="2100" b="0">
                <a:solidFill>
                  <a:srgbClr val="F4F6FA"/>
                </a:solidFill>
                <a:latin typeface="Arial"/>
                <a:ea typeface="Arial"/>
                <a:cs typeface="Arial"/>
              </a:defRPr>
            </a:lvl4pPr>
            <a:lvl5pPr>
              <a:defRPr sz="2100" b="0">
                <a:solidFill>
                  <a:srgbClr val="F4F6FA"/>
                </a:solidFill>
                <a:latin typeface="Arial"/>
                <a:ea typeface="Arial"/>
                <a:cs typeface="Arial"/>
              </a:defRPr>
            </a:lvl5pPr>
            <a:lvl6pPr>
              <a:defRPr sz="2100" b="0">
                <a:solidFill>
                  <a:srgbClr val="F4F6FA"/>
                </a:solidFill>
                <a:latin typeface="Arial"/>
                <a:ea typeface="Arial"/>
                <a:cs typeface="Arial"/>
              </a:defRPr>
            </a:lvl6pPr>
            <a:lvl7pPr>
              <a:defRPr sz="2100" b="0">
                <a:solidFill>
                  <a:srgbClr val="F4F6FA"/>
                </a:solidFill>
                <a:latin typeface="Arial"/>
                <a:ea typeface="Arial"/>
                <a:cs typeface="Arial"/>
              </a:defRPr>
            </a:lvl7pPr>
            <a:lvl8pPr>
              <a:defRPr sz="2100" b="0">
                <a:solidFill>
                  <a:srgbClr val="F4F6FA"/>
                </a:solidFill>
                <a:latin typeface="Arial"/>
                <a:ea typeface="Arial"/>
                <a:cs typeface="Arial"/>
              </a:defRPr>
            </a:lvl8pPr>
            <a:lvl9pPr>
              <a:defRPr sz="2100" b="0">
                <a:solidFill>
                  <a:srgbClr val="F4F6FA"/>
                </a:solidFill>
                <a:latin typeface="Arial"/>
                <a:ea typeface="Arial"/>
                <a:cs typeface="Arial"/>
              </a:defRPr>
            </a:lvl9pPr>
          </a:lstStyle>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Consulta los servicios</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cada 15 segundos.</a:t>
            </a:r>
          </a:p>
          <a:p xmlns:a="http://schemas.openxmlformats.org/drawingml/2006/main">
            <a:r>
              <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Almacena series temporales.</a:t>
            </a:r>
          </a:p>
        </p:txBody>
      </p:sp>
      <p:sp>
        <p:nvSpPr>
          <p:cNvPr id="8" name="">
            <a:extLst xmlns:a="http://schemas.openxmlformats.org/drawingml/2006/main">
              <a:ext uri="{FF2B5EF4-FFF2-40B4-BE49-F238E27FC236}">
                <a16:creationId xmlns:a16="http://schemas.microsoft.com/office/drawing/2014/main" id="{2309C898-CF1D-43E3-8097-9EF2F47F4A22}"/>
              </a:ext>
            </a:extLst>
          </p:cNvPr>
          <p:cNvSpPr>
            <a:spLocks xmlns:a="http://schemas.openxmlformats.org/drawingml/2006/main" noGrp="1"/>
          </p:cNvSpPr>
          <p:nvPr/>
        </p:nvSpPr>
        <p:spPr>
          <a:xfrm xmlns:a="http://schemas.openxmlformats.org/drawingml/2006/main">
            <a:off x="4438650" y="47625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7C3D1"/>
                </a:solidFill>
                <a:latin typeface="Arial"/>
                <a:ea typeface="Arial"/>
                <a:cs typeface="Arial"/>
              </a:defRPr>
            </a:defPPr>
            <a:lvl1pPr>
              <a:defRPr sz="1875" b="0">
                <a:solidFill>
                  <a:srgbClr val="B7C3D1"/>
                </a:solidFill>
                <a:latin typeface="Arial"/>
                <a:ea typeface="Arial"/>
                <a:cs typeface="Arial"/>
              </a:defRPr>
            </a:lvl1pPr>
            <a:lvl2pPr>
              <a:defRPr sz="1875" b="0">
                <a:solidFill>
                  <a:srgbClr val="B7C3D1"/>
                </a:solidFill>
                <a:latin typeface="Arial"/>
                <a:ea typeface="Arial"/>
                <a:cs typeface="Arial"/>
              </a:defRPr>
            </a:lvl2pPr>
            <a:lvl3pPr>
              <a:defRPr sz="1875" b="0">
                <a:solidFill>
                  <a:srgbClr val="B7C3D1"/>
                </a:solidFill>
                <a:latin typeface="Arial"/>
                <a:ea typeface="Arial"/>
                <a:cs typeface="Arial"/>
              </a:defRPr>
            </a:lvl3pPr>
            <a:lvl4pPr>
              <a:defRPr sz="1875" b="0">
                <a:solidFill>
                  <a:srgbClr val="B7C3D1"/>
                </a:solidFill>
                <a:latin typeface="Arial"/>
                <a:ea typeface="Arial"/>
                <a:cs typeface="Arial"/>
              </a:defRPr>
            </a:lvl4pPr>
            <a:lvl5pPr>
              <a:defRPr sz="1875" b="0">
                <a:solidFill>
                  <a:srgbClr val="B7C3D1"/>
                </a:solidFill>
                <a:latin typeface="Arial"/>
                <a:ea typeface="Arial"/>
                <a:cs typeface="Arial"/>
              </a:defRPr>
            </a:lvl5pPr>
            <a:lvl6pPr>
              <a:defRPr sz="1875" b="0">
                <a:solidFill>
                  <a:srgbClr val="B7C3D1"/>
                </a:solidFill>
                <a:latin typeface="Arial"/>
                <a:ea typeface="Arial"/>
                <a:cs typeface="Arial"/>
              </a:defRPr>
            </a:lvl6pPr>
            <a:lvl7pPr>
              <a:defRPr sz="1875" b="0">
                <a:solidFill>
                  <a:srgbClr val="B7C3D1"/>
                </a:solidFill>
                <a:latin typeface="Arial"/>
                <a:ea typeface="Arial"/>
                <a:cs typeface="Arial"/>
              </a:defRPr>
            </a:lvl7pPr>
            <a:lvl8pPr>
              <a:defRPr sz="1875" b="0">
                <a:solidFill>
                  <a:srgbClr val="B7C3D1"/>
                </a:solidFill>
                <a:latin typeface="Arial"/>
                <a:ea typeface="Arial"/>
                <a:cs typeface="Arial"/>
              </a:defRPr>
            </a:lvl8pPr>
            <a:lvl9pPr>
              <a:defRPr sz="1875" b="0">
                <a:solidFill>
                  <a:srgbClr val="B7C3D1"/>
                </a:solidFill>
                <a:latin typeface="Arial"/>
                <a:ea typeface="Arial"/>
                <a:cs typeface="Arial"/>
              </a:defRPr>
            </a:lvl9pPr>
          </a:lstStyle>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127.0.0.1:9090</a:t>
            </a:r>
          </a:p>
        </p:txBody>
      </p:sp>
      <p:sp>
        <p:nvSpPr>
          <p:cNvPr id="9" name="">
            <a:extLst xmlns:a="http://schemas.openxmlformats.org/drawingml/2006/main">
              <a:ext uri="{FF2B5EF4-FFF2-40B4-BE49-F238E27FC236}">
                <a16:creationId xmlns:a16="http://schemas.microsoft.com/office/drawing/2014/main" id="{85EE8C85-2B50-48F1-A466-2ECB0ACD43BE}"/>
              </a:ext>
            </a:extLst>
          </p:cNvPr>
          <p:cNvSpPr>
            <a:spLocks xmlns:a="http://schemas.openxmlformats.org/drawingml/2006/main" noGrp="1"/>
          </p:cNvSpPr>
          <p:nvPr/>
        </p:nvSpPr>
        <p:spPr>
          <a:xfrm xmlns:a="http://schemas.openxmlformats.org/drawingml/2006/main">
            <a:off x="8267700" y="15240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FF9933"/>
                </a:solidFill>
                <a:latin typeface="Arial"/>
                <a:ea typeface="Arial"/>
                <a:cs typeface="Arial"/>
              </a:defRPr>
            </a:defPPr>
            <a:lvl1pPr>
              <a:defRPr sz="2325" b="1">
                <a:solidFill>
                  <a:srgbClr val="FF9933"/>
                </a:solidFill>
                <a:latin typeface="Arial"/>
                <a:ea typeface="Arial"/>
                <a:cs typeface="Arial"/>
              </a:defRPr>
            </a:lvl1pPr>
            <a:lvl2pPr>
              <a:defRPr sz="2325" b="1">
                <a:solidFill>
                  <a:srgbClr val="FF9933"/>
                </a:solidFill>
                <a:latin typeface="Arial"/>
                <a:ea typeface="Arial"/>
                <a:cs typeface="Arial"/>
              </a:defRPr>
            </a:lvl2pPr>
            <a:lvl3pPr>
              <a:defRPr sz="2325" b="1">
                <a:solidFill>
                  <a:srgbClr val="FF9933"/>
                </a:solidFill>
                <a:latin typeface="Arial"/>
                <a:ea typeface="Arial"/>
                <a:cs typeface="Arial"/>
              </a:defRPr>
            </a:lvl3pPr>
            <a:lvl4pPr>
              <a:defRPr sz="2325" b="1">
                <a:solidFill>
                  <a:srgbClr val="FF9933"/>
                </a:solidFill>
                <a:latin typeface="Arial"/>
                <a:ea typeface="Arial"/>
                <a:cs typeface="Arial"/>
              </a:defRPr>
            </a:lvl4pPr>
            <a:lvl5pPr>
              <a:defRPr sz="2325" b="1">
                <a:solidFill>
                  <a:srgbClr val="FF9933"/>
                </a:solidFill>
                <a:latin typeface="Arial"/>
                <a:ea typeface="Arial"/>
                <a:cs typeface="Arial"/>
              </a:defRPr>
            </a:lvl5pPr>
            <a:lvl6pPr>
              <a:defRPr sz="2325" b="1">
                <a:solidFill>
                  <a:srgbClr val="FF9933"/>
                </a:solidFill>
                <a:latin typeface="Arial"/>
                <a:ea typeface="Arial"/>
                <a:cs typeface="Arial"/>
              </a:defRPr>
            </a:lvl6pPr>
            <a:lvl7pPr>
              <a:defRPr sz="2325" b="1">
                <a:solidFill>
                  <a:srgbClr val="FF9933"/>
                </a:solidFill>
                <a:latin typeface="Arial"/>
                <a:ea typeface="Arial"/>
                <a:cs typeface="Arial"/>
              </a:defRPr>
            </a:lvl7pPr>
            <a:lvl8pPr>
              <a:defRPr sz="2325" b="1">
                <a:solidFill>
                  <a:srgbClr val="FF9933"/>
                </a:solidFill>
                <a:latin typeface="Arial"/>
                <a:ea typeface="Arial"/>
                <a:cs typeface="Arial"/>
              </a:defRPr>
            </a:lvl8pPr>
            <a:lvl9pPr>
              <a:defRPr sz="2325" b="1">
                <a:solidFill>
                  <a:srgbClr val="FF9933"/>
                </a:solidFill>
                <a:latin typeface="Arial"/>
                <a:ea typeface="Arial"/>
                <a:cs typeface="Arial"/>
              </a:defRPr>
            </a:lvl9pPr>
          </a:lstStyle>
          <a:p xmlns:a="http://schemas.openxmlformats.org/drawingml/2006/main">
            <a:pPr>
              <a:defRPr sz="2325" b="1">
                <a:solidFill>
                  <a:srgbClr val="FF9933"/>
                </a:solidFill>
                <a:latin typeface="Arial"/>
                <a:ea typeface="Arial"/>
                <a:cs typeface="Arial"/>
              </a:defRPr>
            </a:pPr>
            <a:r>
              <a:rPr sz="2325" b="1">
                <a:solidFill>
                  <a:srgbClr val="FF9933"/>
                </a:solidFill>
                <a:latin typeface="Arial"/>
                <a:ea typeface="Arial"/>
                <a:cs typeface="Arial"/>
              </a:rPr>
              <a:t>03  Grafana</a:t>
            </a:r>
          </a:p>
        </p:txBody>
      </p:sp>
      <p:sp>
        <p:nvSpPr>
          <p:cNvPr id="10" name="">
            <a:extLst xmlns:a="http://schemas.openxmlformats.org/drawingml/2006/main">
              <a:ext uri="{FF2B5EF4-FFF2-40B4-BE49-F238E27FC236}">
                <a16:creationId xmlns:a16="http://schemas.microsoft.com/office/drawing/2014/main" id="{D9F414C5-FBE0-4D8A-B8ED-38EEE676D472}"/>
              </a:ext>
            </a:extLst>
          </p:cNvPr>
          <p:cNvSpPr>
            <a:spLocks xmlns:a="http://schemas.openxmlformats.org/drawingml/2006/main" noGrp="1"/>
          </p:cNvSpPr>
          <p:nvPr/>
        </p:nvSpPr>
        <p:spPr>
          <a:xfrm xmlns:a="http://schemas.openxmlformats.org/drawingml/2006/main">
            <a:off x="8267700" y="2190750"/>
            <a:ext cx="3190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4F6FA"/>
                </a:solidFill>
                <a:latin typeface="Arial"/>
                <a:ea typeface="Arial"/>
                <a:cs typeface="Arial"/>
              </a:defRPr>
            </a:defPPr>
            <a:lvl1pPr>
              <a:defRPr sz="2100" b="0">
                <a:solidFill>
                  <a:srgbClr val="F4F6FA"/>
                </a:solidFill>
                <a:latin typeface="Arial"/>
                <a:ea typeface="Arial"/>
                <a:cs typeface="Arial"/>
              </a:defRPr>
            </a:lvl1pPr>
            <a:lvl2pPr>
              <a:defRPr sz="2100" b="0">
                <a:solidFill>
                  <a:srgbClr val="F4F6FA"/>
                </a:solidFill>
                <a:latin typeface="Arial"/>
                <a:ea typeface="Arial"/>
                <a:cs typeface="Arial"/>
              </a:defRPr>
            </a:lvl2pPr>
            <a:lvl3pPr>
              <a:defRPr sz="2100" b="0">
                <a:solidFill>
                  <a:srgbClr val="F4F6FA"/>
                </a:solidFill>
                <a:latin typeface="Arial"/>
                <a:ea typeface="Arial"/>
                <a:cs typeface="Arial"/>
              </a:defRPr>
            </a:lvl3pPr>
            <a:lvl4pPr>
              <a:defRPr sz="2100" b="0">
                <a:solidFill>
                  <a:srgbClr val="F4F6FA"/>
                </a:solidFill>
                <a:latin typeface="Arial"/>
                <a:ea typeface="Arial"/>
                <a:cs typeface="Arial"/>
              </a:defRPr>
            </a:lvl4pPr>
            <a:lvl5pPr>
              <a:defRPr sz="2100" b="0">
                <a:solidFill>
                  <a:srgbClr val="F4F6FA"/>
                </a:solidFill>
                <a:latin typeface="Arial"/>
                <a:ea typeface="Arial"/>
                <a:cs typeface="Arial"/>
              </a:defRPr>
            </a:lvl5pPr>
            <a:lvl6pPr>
              <a:defRPr sz="2100" b="0">
                <a:solidFill>
                  <a:srgbClr val="F4F6FA"/>
                </a:solidFill>
                <a:latin typeface="Arial"/>
                <a:ea typeface="Arial"/>
                <a:cs typeface="Arial"/>
              </a:defRPr>
            </a:lvl6pPr>
            <a:lvl7pPr>
              <a:defRPr sz="2100" b="0">
                <a:solidFill>
                  <a:srgbClr val="F4F6FA"/>
                </a:solidFill>
                <a:latin typeface="Arial"/>
                <a:ea typeface="Arial"/>
                <a:cs typeface="Arial"/>
              </a:defRPr>
            </a:lvl7pPr>
            <a:lvl8pPr>
              <a:defRPr sz="2100" b="0">
                <a:solidFill>
                  <a:srgbClr val="F4F6FA"/>
                </a:solidFill>
                <a:latin typeface="Arial"/>
                <a:ea typeface="Arial"/>
                <a:cs typeface="Arial"/>
              </a:defRPr>
            </a:lvl8pPr>
            <a:lvl9pPr>
              <a:defRPr sz="2100" b="0">
                <a:solidFill>
                  <a:srgbClr val="F4F6FA"/>
                </a:solidFill>
                <a:latin typeface="Arial"/>
                <a:ea typeface="Arial"/>
                <a:cs typeface="Arial"/>
              </a:defRPr>
            </a:lvl9pPr>
          </a:lstStyle>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Consulta Prometheus.</a:t>
            </a:r>
          </a:p>
          <a:p xmlns:a="http://schemas.openxmlformats.org/drawingml/2006/main">
            <a:r>
              <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Presenta el dashboard</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y el historial de cambios.</a:t>
            </a:r>
          </a:p>
        </p:txBody>
      </p:sp>
      <p:sp>
        <p:nvSpPr>
          <p:cNvPr id="11" name="">
            <a:extLst xmlns:a="http://schemas.openxmlformats.org/drawingml/2006/main">
              <a:ext uri="{FF2B5EF4-FFF2-40B4-BE49-F238E27FC236}">
                <a16:creationId xmlns:a16="http://schemas.microsoft.com/office/drawing/2014/main" id="{1D2A48A5-41FA-4630-83D2-E47EF2DB0EB7}"/>
              </a:ext>
            </a:extLst>
          </p:cNvPr>
          <p:cNvSpPr>
            <a:spLocks xmlns:a="http://schemas.openxmlformats.org/drawingml/2006/main" noGrp="1"/>
          </p:cNvSpPr>
          <p:nvPr/>
        </p:nvSpPr>
        <p:spPr>
          <a:xfrm xmlns:a="http://schemas.openxmlformats.org/drawingml/2006/main">
            <a:off x="8267700" y="476250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7C3D1"/>
                </a:solidFill>
                <a:latin typeface="Arial"/>
                <a:ea typeface="Arial"/>
                <a:cs typeface="Arial"/>
              </a:defRPr>
            </a:defPPr>
            <a:lvl1pPr>
              <a:defRPr sz="1875" b="0">
                <a:solidFill>
                  <a:srgbClr val="B7C3D1"/>
                </a:solidFill>
                <a:latin typeface="Arial"/>
                <a:ea typeface="Arial"/>
                <a:cs typeface="Arial"/>
              </a:defRPr>
            </a:lvl1pPr>
            <a:lvl2pPr>
              <a:defRPr sz="1875" b="0">
                <a:solidFill>
                  <a:srgbClr val="B7C3D1"/>
                </a:solidFill>
                <a:latin typeface="Arial"/>
                <a:ea typeface="Arial"/>
                <a:cs typeface="Arial"/>
              </a:defRPr>
            </a:lvl2pPr>
            <a:lvl3pPr>
              <a:defRPr sz="1875" b="0">
                <a:solidFill>
                  <a:srgbClr val="B7C3D1"/>
                </a:solidFill>
                <a:latin typeface="Arial"/>
                <a:ea typeface="Arial"/>
                <a:cs typeface="Arial"/>
              </a:defRPr>
            </a:lvl3pPr>
            <a:lvl4pPr>
              <a:defRPr sz="1875" b="0">
                <a:solidFill>
                  <a:srgbClr val="B7C3D1"/>
                </a:solidFill>
                <a:latin typeface="Arial"/>
                <a:ea typeface="Arial"/>
                <a:cs typeface="Arial"/>
              </a:defRPr>
            </a:lvl4pPr>
            <a:lvl5pPr>
              <a:defRPr sz="1875" b="0">
                <a:solidFill>
                  <a:srgbClr val="B7C3D1"/>
                </a:solidFill>
                <a:latin typeface="Arial"/>
                <a:ea typeface="Arial"/>
                <a:cs typeface="Arial"/>
              </a:defRPr>
            </a:lvl5pPr>
            <a:lvl6pPr>
              <a:defRPr sz="1875" b="0">
                <a:solidFill>
                  <a:srgbClr val="B7C3D1"/>
                </a:solidFill>
                <a:latin typeface="Arial"/>
                <a:ea typeface="Arial"/>
                <a:cs typeface="Arial"/>
              </a:defRPr>
            </a:lvl6pPr>
            <a:lvl7pPr>
              <a:defRPr sz="1875" b="0">
                <a:solidFill>
                  <a:srgbClr val="B7C3D1"/>
                </a:solidFill>
                <a:latin typeface="Arial"/>
                <a:ea typeface="Arial"/>
                <a:cs typeface="Arial"/>
              </a:defRPr>
            </a:lvl7pPr>
            <a:lvl8pPr>
              <a:defRPr sz="1875" b="0">
                <a:solidFill>
                  <a:srgbClr val="B7C3D1"/>
                </a:solidFill>
                <a:latin typeface="Arial"/>
                <a:ea typeface="Arial"/>
                <a:cs typeface="Arial"/>
              </a:defRPr>
            </a:lvl8pPr>
            <a:lvl9pPr>
              <a:defRPr sz="1875" b="0">
                <a:solidFill>
                  <a:srgbClr val="B7C3D1"/>
                </a:solidFill>
                <a:latin typeface="Arial"/>
                <a:ea typeface="Arial"/>
                <a:cs typeface="Arial"/>
              </a:defRPr>
            </a:lvl9pPr>
          </a:lstStyle>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127.0.0.1:3000</a:t>
            </a:r>
          </a:p>
        </p:txBody>
      </p:sp>
    </p:spTree>
    <p:extLst>
      <p:ext uri="{BB962C8B-B14F-4D97-AF65-F5344CB8AC3E}">
        <p14:creationId xmlns:p14="http://schemas.microsoft.com/office/powerpoint/2010/main" val="1362908361"/>
      </p:ext>
    </p:extLst>
  </p:cSld>
</p:sld>
</file>

<file path=ppt/slides/slide3.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C5A638-D9F7-413F-BEDC-DE6671CCFCDE}"/>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Configuración local reproducible</a:t>
            </a:r>
          </a:p>
        </p:txBody>
      </p:sp>
      <p:sp>
        <p:nvSpPr>
          <p:cNvPr id="2" name="">
            <a:extLst xmlns:a="http://schemas.openxmlformats.org/drawingml/2006/main">
              <a:ext uri="{FF2B5EF4-FFF2-40B4-BE49-F238E27FC236}">
                <a16:creationId xmlns:a16="http://schemas.microsoft.com/office/drawing/2014/main" id="{E4773550-A922-4129-ACFA-6AE06A149DF4}"/>
              </a:ext>
            </a:extLst>
          </p:cNvPr>
          <p:cNvSpPr>
            <a:spLocks xmlns:a="http://schemas.openxmlformats.org/drawingml/2006/main" noGrp="1"/>
          </p:cNvSpPr>
          <p:nvPr/>
        </p:nvSpPr>
        <p:spPr>
          <a:xfrm xmlns:a="http://schemas.openxmlformats.org/drawingml/2006/main">
            <a:off x="609600" y="644842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03</a:t>
            </a:r>
          </a:p>
        </p:txBody>
      </p:sp>
      <p:sp>
        <p:nvSpPr>
          <p:cNvPr id="3" name="">
            <a:extLst xmlns:a="http://schemas.openxmlformats.org/drawingml/2006/main">
              <a:ext uri="{FF2B5EF4-FFF2-40B4-BE49-F238E27FC236}">
                <a16:creationId xmlns:a16="http://schemas.microsoft.com/office/drawing/2014/main" id="{5DF8D1BD-96E4-4668-8FEE-62601EFD152F}"/>
              </a:ext>
            </a:extLst>
          </p:cNvPr>
          <p:cNvSpPr>
            <a:spLocks xmlns:a="http://schemas.openxmlformats.org/drawingml/2006/main" noGrp="1"/>
          </p:cNvSpPr>
          <p:nvPr/>
        </p:nvSpPr>
        <p:spPr>
          <a:xfrm xmlns:a="http://schemas.openxmlformats.org/drawingml/2006/main">
            <a:off x="609600" y="1619250"/>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FF9933"/>
                </a:solidFill>
                <a:latin typeface="Arial"/>
                <a:ea typeface="Arial"/>
                <a:cs typeface="Arial"/>
              </a:defRPr>
            </a:defPPr>
            <a:lvl1pPr>
              <a:defRPr sz="2250" b="1">
                <a:solidFill>
                  <a:srgbClr val="FF9933"/>
                </a:solidFill>
                <a:latin typeface="Arial"/>
                <a:ea typeface="Arial"/>
                <a:cs typeface="Arial"/>
              </a:defRPr>
            </a:lvl1pPr>
            <a:lvl2pPr>
              <a:defRPr sz="2250" b="1">
                <a:solidFill>
                  <a:srgbClr val="FF9933"/>
                </a:solidFill>
                <a:latin typeface="Arial"/>
                <a:ea typeface="Arial"/>
                <a:cs typeface="Arial"/>
              </a:defRPr>
            </a:lvl2pPr>
            <a:lvl3pPr>
              <a:defRPr sz="2250" b="1">
                <a:solidFill>
                  <a:srgbClr val="FF9933"/>
                </a:solidFill>
                <a:latin typeface="Arial"/>
                <a:ea typeface="Arial"/>
                <a:cs typeface="Arial"/>
              </a:defRPr>
            </a:lvl3pPr>
            <a:lvl4pPr>
              <a:defRPr sz="2250" b="1">
                <a:solidFill>
                  <a:srgbClr val="FF9933"/>
                </a:solidFill>
                <a:latin typeface="Arial"/>
                <a:ea typeface="Arial"/>
                <a:cs typeface="Arial"/>
              </a:defRPr>
            </a:lvl4pPr>
            <a:lvl5pPr>
              <a:defRPr sz="2250" b="1">
                <a:solidFill>
                  <a:srgbClr val="FF9933"/>
                </a:solidFill>
                <a:latin typeface="Arial"/>
                <a:ea typeface="Arial"/>
                <a:cs typeface="Arial"/>
              </a:defRPr>
            </a:lvl5pPr>
            <a:lvl6pPr>
              <a:defRPr sz="2250" b="1">
                <a:solidFill>
                  <a:srgbClr val="FF9933"/>
                </a:solidFill>
                <a:latin typeface="Arial"/>
                <a:ea typeface="Arial"/>
                <a:cs typeface="Arial"/>
              </a:defRPr>
            </a:lvl6pPr>
            <a:lvl7pPr>
              <a:defRPr sz="2250" b="1">
                <a:solidFill>
                  <a:srgbClr val="FF9933"/>
                </a:solidFill>
                <a:latin typeface="Arial"/>
                <a:ea typeface="Arial"/>
                <a:cs typeface="Arial"/>
              </a:defRPr>
            </a:lvl7pPr>
            <a:lvl8pPr>
              <a:defRPr sz="2250" b="1">
                <a:solidFill>
                  <a:srgbClr val="FF9933"/>
                </a:solidFill>
                <a:latin typeface="Arial"/>
                <a:ea typeface="Arial"/>
                <a:cs typeface="Arial"/>
              </a:defRPr>
            </a:lvl8pPr>
            <a:lvl9pPr>
              <a:defRPr sz="2250" b="1">
                <a:solidFill>
                  <a:srgbClr val="FF9933"/>
                </a:solidFill>
                <a:latin typeface="Arial"/>
                <a:ea typeface="Arial"/>
                <a:cs typeface="Arial"/>
              </a:defRPr>
            </a:lvl9pPr>
          </a:lstStyle>
          <a:p xmlns:a="http://schemas.openxmlformats.org/drawingml/2006/main">
            <a:pPr>
              <a:defRPr sz="2250" b="1">
                <a:solidFill>
                  <a:srgbClr val="FF9933"/>
                </a:solidFill>
                <a:latin typeface="Arial"/>
                <a:ea typeface="Arial"/>
                <a:cs typeface="Arial"/>
              </a:defRPr>
            </a:pPr>
            <a:r>
              <a:rPr sz="2250" b="1">
                <a:solidFill>
                  <a:srgbClr val="FF9933"/>
                </a:solidFill>
                <a:latin typeface="Arial"/>
                <a:ea typeface="Arial"/>
                <a:cs typeface="Arial"/>
              </a:rPr>
              <a:t>Prometheus 3.13.4</a:t>
            </a:r>
          </a:p>
          <a:p xmlns:a="http://schemas.openxmlformats.org/drawingml/2006/main">
            <a:pPr>
              <a:defRPr sz="2250" b="1">
                <a:solidFill>
                  <a:srgbClr val="FF9933"/>
                </a:solidFill>
                <a:latin typeface="Arial"/>
                <a:ea typeface="Arial"/>
                <a:cs typeface="Arial"/>
              </a:defRPr>
            </a:pPr>
            <a:r>
              <a:rPr sz="2250" b="1">
                <a:solidFill>
                  <a:srgbClr val="FF9933"/>
                </a:solidFill>
                <a:latin typeface="Arial"/>
                <a:ea typeface="Arial"/>
                <a:cs typeface="Arial"/>
              </a:rPr>
              <a:t>Grafana OSS 13.2.4</a:t>
            </a:r>
          </a:p>
        </p:txBody>
      </p:sp>
      <p:sp>
        <p:nvSpPr>
          <p:cNvPr id="4" name="">
            <a:extLst xmlns:a="http://schemas.openxmlformats.org/drawingml/2006/main">
              <a:ext uri="{FF2B5EF4-FFF2-40B4-BE49-F238E27FC236}">
                <a16:creationId xmlns:a16="http://schemas.microsoft.com/office/drawing/2014/main" id="{BE048239-17AC-417F-A5F3-3D760087E28D}"/>
              </a:ext>
            </a:extLst>
          </p:cNvPr>
          <p:cNvSpPr>
            <a:spLocks xmlns:a="http://schemas.openxmlformats.org/drawingml/2006/main" noGrp="1"/>
          </p:cNvSpPr>
          <p:nvPr/>
        </p:nvSpPr>
        <p:spPr>
          <a:xfrm xmlns:a="http://schemas.openxmlformats.org/drawingml/2006/main">
            <a:off x="609600" y="2952750"/>
            <a:ext cx="3476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F4F6FA"/>
                </a:solidFill>
                <a:latin typeface="Arial"/>
                <a:ea typeface="Arial"/>
                <a:cs typeface="Arial"/>
              </a:defRPr>
            </a:defPPr>
            <a:lvl1pPr>
              <a:defRPr sz="1950" b="0">
                <a:solidFill>
                  <a:srgbClr val="F4F6FA"/>
                </a:solidFill>
                <a:latin typeface="Arial"/>
                <a:ea typeface="Arial"/>
                <a:cs typeface="Arial"/>
              </a:defRPr>
            </a:lvl1pPr>
            <a:lvl2pPr>
              <a:defRPr sz="1950" b="0">
                <a:solidFill>
                  <a:srgbClr val="F4F6FA"/>
                </a:solidFill>
                <a:latin typeface="Arial"/>
                <a:ea typeface="Arial"/>
                <a:cs typeface="Arial"/>
              </a:defRPr>
            </a:lvl2pPr>
            <a:lvl3pPr>
              <a:defRPr sz="1950" b="0">
                <a:solidFill>
                  <a:srgbClr val="F4F6FA"/>
                </a:solidFill>
                <a:latin typeface="Arial"/>
                <a:ea typeface="Arial"/>
                <a:cs typeface="Arial"/>
              </a:defRPr>
            </a:lvl3pPr>
            <a:lvl4pPr>
              <a:defRPr sz="1950" b="0">
                <a:solidFill>
                  <a:srgbClr val="F4F6FA"/>
                </a:solidFill>
                <a:latin typeface="Arial"/>
                <a:ea typeface="Arial"/>
                <a:cs typeface="Arial"/>
              </a:defRPr>
            </a:lvl4pPr>
            <a:lvl5pPr>
              <a:defRPr sz="1950" b="0">
                <a:solidFill>
                  <a:srgbClr val="F4F6FA"/>
                </a:solidFill>
                <a:latin typeface="Arial"/>
                <a:ea typeface="Arial"/>
                <a:cs typeface="Arial"/>
              </a:defRPr>
            </a:lvl5pPr>
            <a:lvl6pPr>
              <a:defRPr sz="1950" b="0">
                <a:solidFill>
                  <a:srgbClr val="F4F6FA"/>
                </a:solidFill>
                <a:latin typeface="Arial"/>
                <a:ea typeface="Arial"/>
                <a:cs typeface="Arial"/>
              </a:defRPr>
            </a:lvl6pPr>
            <a:lvl7pPr>
              <a:defRPr sz="1950" b="0">
                <a:solidFill>
                  <a:srgbClr val="F4F6FA"/>
                </a:solidFill>
                <a:latin typeface="Arial"/>
                <a:ea typeface="Arial"/>
                <a:cs typeface="Arial"/>
              </a:defRPr>
            </a:lvl7pPr>
            <a:lvl8pPr>
              <a:defRPr sz="1950" b="0">
                <a:solidFill>
                  <a:srgbClr val="F4F6FA"/>
                </a:solidFill>
                <a:latin typeface="Arial"/>
                <a:ea typeface="Arial"/>
                <a:cs typeface="Arial"/>
              </a:defRPr>
            </a:lvl8pPr>
            <a:lvl9pPr>
              <a:defRPr sz="1950" b="0">
                <a:solidFill>
                  <a:srgbClr val="F4F6FA"/>
                </a:solidFill>
                <a:latin typeface="Arial"/>
                <a:ea typeface="Arial"/>
                <a:cs typeface="Arial"/>
              </a:defRPr>
            </a:lvl9pPr>
          </a:lstStyle>
          <a:p xmlns:a="http://schemas.openxmlformats.org/drawingml/2006/main">
            <a:pPr>
              <a:defRPr sz="1950" b="0">
                <a:solidFill>
                  <a:srgbClr val="F4F6FA"/>
                </a:solidFill>
                <a:latin typeface="Arial"/>
                <a:ea typeface="Arial"/>
                <a:cs typeface="Arial"/>
              </a:defRPr>
            </a:pPr>
            <a:r>
              <a:rPr sz="1950" b="0">
                <a:solidFill>
                  <a:srgbClr val="F4F6FA"/>
                </a:solidFill>
                <a:latin typeface="Arial"/>
                <a:ea typeface="Arial"/>
                <a:cs typeface="Arial"/>
              </a:rPr>
              <a:t>Paquetes nativos de Windows</a:t>
            </a:r>
          </a:p>
          <a:p xmlns:a="http://schemas.openxmlformats.org/drawingml/2006/main">
            <a:pPr>
              <a:defRPr sz="1950" b="0">
                <a:solidFill>
                  <a:srgbClr val="F4F6FA"/>
                </a:solidFill>
                <a:latin typeface="Arial"/>
                <a:ea typeface="Arial"/>
                <a:cs typeface="Arial"/>
              </a:defRPr>
            </a:pPr>
            <a:r>
              <a:rPr sz="1950" b="0">
                <a:solidFill>
                  <a:srgbClr val="F4F6FA"/>
                </a:solidFill>
                <a:latin typeface="Arial"/>
                <a:ea typeface="Arial"/>
                <a:cs typeface="Arial"/>
              </a:rPr>
              <a:t>Carpeta C:\StockQuestTools</a:t>
            </a:r>
          </a:p>
          <a:p xmlns:a="http://schemas.openxmlformats.org/drawingml/2006/main">
            <a:r>
              <a:t/>
            </a:r>
          </a:p>
          <a:p xmlns:a="http://schemas.openxmlformats.org/drawingml/2006/main">
            <a:pPr>
              <a:defRPr sz="1950" b="0">
                <a:solidFill>
                  <a:srgbClr val="F4F6FA"/>
                </a:solidFill>
                <a:latin typeface="Arial"/>
                <a:ea typeface="Arial"/>
                <a:cs typeface="Arial"/>
              </a:defRPr>
            </a:pPr>
            <a:r>
              <a:rPr sz="1950" b="0">
                <a:solidFill>
                  <a:srgbClr val="F4F6FA"/>
                </a:solidFill>
                <a:latin typeface="Arial"/>
                <a:ea typeface="Arial"/>
                <a:cs typeface="Arial"/>
              </a:rPr>
              <a:t>Perfil Java: observabilidad</a:t>
            </a:r>
          </a:p>
          <a:p xmlns:a="http://schemas.openxmlformats.org/drawingml/2006/main">
            <a:pPr>
              <a:defRPr sz="1950" b="0">
                <a:solidFill>
                  <a:srgbClr val="F4F6FA"/>
                </a:solidFill>
                <a:latin typeface="Arial"/>
                <a:ea typeface="Arial"/>
                <a:cs typeface="Arial"/>
              </a:defRPr>
            </a:pPr>
            <a:r>
              <a:rPr sz="1950" b="0">
                <a:solidFill>
                  <a:srgbClr val="F4F6FA"/>
                </a:solidFill>
                <a:latin typeface="Arial"/>
                <a:ea typeface="Arial"/>
                <a:cs typeface="Arial"/>
              </a:rPr>
              <a:t>Fuente: Prometheus Stock Quest</a:t>
            </a:r>
          </a:p>
        </p:txBody>
      </p:sp>
      <p:pic>
        <p:nvPicPr>
          <p:cNvPr id="5" name="">
            <a:extLst xmlns:a="http://schemas.openxmlformats.org/drawingml/2006/main">
              <a:ext uri="{FF2B5EF4-FFF2-40B4-BE49-F238E27FC236}">
                <a16:creationId xmlns:a16="http://schemas.microsoft.com/office/drawing/2014/main" id="{B999B2E0-FE5A-4545-B4BE-F55817F3FADA}"/>
              </a:ext>
            </a:extLst>
          </p:cNvPr>
          <p:cNvPicPr>
            <a:picLocks xmlns:a="http://schemas.openxmlformats.org/drawingml/2006/main" noChangeAspect="1"/>
          </p:cNvPicPr>
          <p:nvPr/>
        </p:nvPicPr>
        <p:blipFill>
          <a:blip xmlns:r="http://schemas.openxmlformats.org/officeDocument/2006/relationships" xmlns:a="http://schemas.openxmlformats.org/drawingml/2006/main" r:embed="R5010b11436cd455f"/>
          <a:stretch xmlns:a="http://schemas.openxmlformats.org/drawingml/2006/main"/>
        </p:blipFill>
        <p:spPr>
          <a:xfrm xmlns:a="http://schemas.openxmlformats.org/drawingml/2006/main">
            <a:off x="4429125" y="1524233"/>
            <a:ext cx="7143750" cy="419053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A909E00-5F73-4F50-B8A4-BCCA0A010216}"/>
              </a:ext>
            </a:extLst>
          </p:cNvPr>
          <p:cNvSpPr>
            <a:spLocks xmlns:a="http://schemas.openxmlformats.org/drawingml/2006/main" noGrp="1"/>
          </p:cNvSpPr>
          <p:nvPr/>
        </p:nvSpPr>
        <p:spPr>
          <a:xfrm xmlns:a="http://schemas.openxmlformats.org/drawingml/2006/main">
            <a:off x="4429125" y="5867400"/>
            <a:ext cx="714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B7C3D1"/>
                </a:solidFill>
                <a:latin typeface="Arial"/>
                <a:ea typeface="Arial"/>
                <a:cs typeface="Arial"/>
              </a:defRPr>
            </a:defPPr>
            <a:lvl1pPr>
              <a:defRPr sz="1650" b="0">
                <a:solidFill>
                  <a:srgbClr val="B7C3D1"/>
                </a:solidFill>
                <a:latin typeface="Arial"/>
                <a:ea typeface="Arial"/>
                <a:cs typeface="Arial"/>
              </a:defRPr>
            </a:lvl1pPr>
            <a:lvl2pPr>
              <a:defRPr sz="1650" b="0">
                <a:solidFill>
                  <a:srgbClr val="B7C3D1"/>
                </a:solidFill>
                <a:latin typeface="Arial"/>
                <a:ea typeface="Arial"/>
                <a:cs typeface="Arial"/>
              </a:defRPr>
            </a:lvl2pPr>
            <a:lvl3pPr>
              <a:defRPr sz="1650" b="0">
                <a:solidFill>
                  <a:srgbClr val="B7C3D1"/>
                </a:solidFill>
                <a:latin typeface="Arial"/>
                <a:ea typeface="Arial"/>
                <a:cs typeface="Arial"/>
              </a:defRPr>
            </a:lvl3pPr>
            <a:lvl4pPr>
              <a:defRPr sz="1650" b="0">
                <a:solidFill>
                  <a:srgbClr val="B7C3D1"/>
                </a:solidFill>
                <a:latin typeface="Arial"/>
                <a:ea typeface="Arial"/>
                <a:cs typeface="Arial"/>
              </a:defRPr>
            </a:lvl4pPr>
            <a:lvl5pPr>
              <a:defRPr sz="1650" b="0">
                <a:solidFill>
                  <a:srgbClr val="B7C3D1"/>
                </a:solidFill>
                <a:latin typeface="Arial"/>
                <a:ea typeface="Arial"/>
                <a:cs typeface="Arial"/>
              </a:defRPr>
            </a:lvl5pPr>
            <a:lvl6pPr>
              <a:defRPr sz="1650" b="0">
                <a:solidFill>
                  <a:srgbClr val="B7C3D1"/>
                </a:solidFill>
                <a:latin typeface="Arial"/>
                <a:ea typeface="Arial"/>
                <a:cs typeface="Arial"/>
              </a:defRPr>
            </a:lvl6pPr>
            <a:lvl7pPr>
              <a:defRPr sz="1650" b="0">
                <a:solidFill>
                  <a:srgbClr val="B7C3D1"/>
                </a:solidFill>
                <a:latin typeface="Arial"/>
                <a:ea typeface="Arial"/>
                <a:cs typeface="Arial"/>
              </a:defRPr>
            </a:lvl7pPr>
            <a:lvl8pPr>
              <a:defRPr sz="1650" b="0">
                <a:solidFill>
                  <a:srgbClr val="B7C3D1"/>
                </a:solidFill>
                <a:latin typeface="Arial"/>
                <a:ea typeface="Arial"/>
                <a:cs typeface="Arial"/>
              </a:defRPr>
            </a:lvl8pPr>
            <a:lvl9pPr>
              <a:defRPr sz="1650" b="0">
                <a:solidFill>
                  <a:srgbClr val="B7C3D1"/>
                </a:solidFill>
                <a:latin typeface="Arial"/>
                <a:ea typeface="Arial"/>
                <a:cs typeface="Arial"/>
              </a:defRPr>
            </a:lvl9pPr>
          </a:lstStyle>
          <a:p xmlns:a="http://schemas.openxmlformats.org/drawingml/2006/main">
            <a:pPr>
              <a:defRPr sz="1650" b="0">
                <a:solidFill>
                  <a:srgbClr val="B7C3D1"/>
                </a:solidFill>
                <a:latin typeface="Arial"/>
                <a:ea typeface="Arial"/>
                <a:cs typeface="Arial"/>
              </a:defRPr>
            </a:pPr>
            <a:r>
              <a:rPr sz="1650" b="0">
                <a:solidFill>
                  <a:srgbClr val="B7C3D1"/>
                </a:solidFill>
                <a:latin typeface="Arial"/>
                <a:ea typeface="Arial"/>
                <a:cs typeface="Arial"/>
              </a:rPr>
              <a:t>La fuente de datos apunta a http://127.0.0.1:9090</a:t>
            </a:r>
          </a:p>
        </p:txBody>
      </p:sp>
    </p:spTree>
    <p:extLst>
      <p:ext uri="{BB962C8B-B14F-4D97-AF65-F5344CB8AC3E}">
        <p14:creationId xmlns:p14="http://schemas.microsoft.com/office/powerpoint/2010/main" val="930164375"/>
      </p:ext>
    </p:extLst>
  </p:cSld>
</p:sld>
</file>

<file path=ppt/slides/slide4.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69CB02-1780-4C3F-847B-FC7E40B0FF3F}"/>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Tres objetivos Java en Prometheus</a:t>
            </a:r>
          </a:p>
        </p:txBody>
      </p:sp>
      <p:sp>
        <p:nvSpPr>
          <p:cNvPr id="2" name="">
            <a:extLst xmlns:a="http://schemas.openxmlformats.org/drawingml/2006/main">
              <a:ext uri="{FF2B5EF4-FFF2-40B4-BE49-F238E27FC236}">
                <a16:creationId xmlns:a16="http://schemas.microsoft.com/office/drawing/2014/main" id="{AACD0DDB-74A5-4791-9F02-712E938FBCEC}"/>
              </a:ext>
            </a:extLst>
          </p:cNvPr>
          <p:cNvSpPr>
            <a:spLocks xmlns:a="http://schemas.openxmlformats.org/drawingml/2006/main" noGrp="1"/>
          </p:cNvSpPr>
          <p:nvPr/>
        </p:nvSpPr>
        <p:spPr>
          <a:xfrm xmlns:a="http://schemas.openxmlformats.org/drawingml/2006/main">
            <a:off x="609600" y="644842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04</a:t>
            </a:r>
          </a:p>
        </p:txBody>
      </p:sp>
      <p:sp>
        <p:nvSpPr>
          <p:cNvPr id="3" name="">
            <a:extLst xmlns:a="http://schemas.openxmlformats.org/drawingml/2006/main">
              <a:ext uri="{FF2B5EF4-FFF2-40B4-BE49-F238E27FC236}">
                <a16:creationId xmlns:a16="http://schemas.microsoft.com/office/drawing/2014/main" id="{8BC1A17D-BAE2-456F-A090-B51ACB7BD6FC}"/>
              </a:ext>
            </a:extLst>
          </p:cNvPr>
          <p:cNvSpPr>
            <a:spLocks xmlns:a="http://schemas.openxmlformats.org/drawingml/2006/main" noGrp="1"/>
          </p:cNvSpPr>
          <p:nvPr/>
        </p:nvSpPr>
        <p:spPr>
          <a:xfrm xmlns:a="http://schemas.openxmlformats.org/drawingml/2006/main">
            <a:off x="609600" y="17145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78CE80"/>
                </a:solidFill>
                <a:latin typeface="Arial"/>
                <a:ea typeface="Arial"/>
                <a:cs typeface="Arial"/>
              </a:defRPr>
            </a:defPPr>
            <a:lvl1pPr>
              <a:defRPr sz="3600" b="1">
                <a:solidFill>
                  <a:srgbClr val="78CE80"/>
                </a:solidFill>
                <a:latin typeface="Arial"/>
                <a:ea typeface="Arial"/>
                <a:cs typeface="Arial"/>
              </a:defRPr>
            </a:lvl1pPr>
            <a:lvl2pPr>
              <a:defRPr sz="3600" b="1">
                <a:solidFill>
                  <a:srgbClr val="78CE80"/>
                </a:solidFill>
                <a:latin typeface="Arial"/>
                <a:ea typeface="Arial"/>
                <a:cs typeface="Arial"/>
              </a:defRPr>
            </a:lvl2pPr>
            <a:lvl3pPr>
              <a:defRPr sz="3600" b="1">
                <a:solidFill>
                  <a:srgbClr val="78CE80"/>
                </a:solidFill>
                <a:latin typeface="Arial"/>
                <a:ea typeface="Arial"/>
                <a:cs typeface="Arial"/>
              </a:defRPr>
            </a:lvl3pPr>
            <a:lvl4pPr>
              <a:defRPr sz="3600" b="1">
                <a:solidFill>
                  <a:srgbClr val="78CE80"/>
                </a:solidFill>
                <a:latin typeface="Arial"/>
                <a:ea typeface="Arial"/>
                <a:cs typeface="Arial"/>
              </a:defRPr>
            </a:lvl4pPr>
            <a:lvl5pPr>
              <a:defRPr sz="3600" b="1">
                <a:solidFill>
                  <a:srgbClr val="78CE80"/>
                </a:solidFill>
                <a:latin typeface="Arial"/>
                <a:ea typeface="Arial"/>
                <a:cs typeface="Arial"/>
              </a:defRPr>
            </a:lvl5pPr>
            <a:lvl6pPr>
              <a:defRPr sz="3600" b="1">
                <a:solidFill>
                  <a:srgbClr val="78CE80"/>
                </a:solidFill>
                <a:latin typeface="Arial"/>
                <a:ea typeface="Arial"/>
                <a:cs typeface="Arial"/>
              </a:defRPr>
            </a:lvl6pPr>
            <a:lvl7pPr>
              <a:defRPr sz="3600" b="1">
                <a:solidFill>
                  <a:srgbClr val="78CE80"/>
                </a:solidFill>
                <a:latin typeface="Arial"/>
                <a:ea typeface="Arial"/>
                <a:cs typeface="Arial"/>
              </a:defRPr>
            </a:lvl7pPr>
            <a:lvl8pPr>
              <a:defRPr sz="3600" b="1">
                <a:solidFill>
                  <a:srgbClr val="78CE80"/>
                </a:solidFill>
                <a:latin typeface="Arial"/>
                <a:ea typeface="Arial"/>
                <a:cs typeface="Arial"/>
              </a:defRPr>
            </a:lvl8pPr>
            <a:lvl9pPr>
              <a:defRPr sz="3600" b="1">
                <a:solidFill>
                  <a:srgbClr val="78CE80"/>
                </a:solidFill>
                <a:latin typeface="Arial"/>
                <a:ea typeface="Arial"/>
                <a:cs typeface="Arial"/>
              </a:defRPr>
            </a:lvl9pPr>
          </a:lstStyle>
          <a:p xmlns:a="http://schemas.openxmlformats.org/drawingml/2006/main">
            <a:pPr>
              <a:defRPr sz="3600" b="1">
                <a:solidFill>
                  <a:srgbClr val="78CE80"/>
                </a:solidFill>
                <a:latin typeface="Arial"/>
                <a:ea typeface="Arial"/>
                <a:cs typeface="Arial"/>
              </a:defRPr>
            </a:pPr>
            <a:r>
              <a:rPr sz="3600" b="1">
                <a:solidFill>
                  <a:srgbClr val="78CE80"/>
                </a:solidFill>
                <a:latin typeface="Arial"/>
                <a:ea typeface="Arial"/>
                <a:cs typeface="Arial"/>
              </a:rPr>
              <a:t>3 de 3 UP</a:t>
            </a:r>
          </a:p>
        </p:txBody>
      </p:sp>
      <p:sp>
        <p:nvSpPr>
          <p:cNvPr id="4" name="">
            <a:extLst xmlns:a="http://schemas.openxmlformats.org/drawingml/2006/main">
              <a:ext uri="{FF2B5EF4-FFF2-40B4-BE49-F238E27FC236}">
                <a16:creationId xmlns:a16="http://schemas.microsoft.com/office/drawing/2014/main" id="{A3C941D2-F56A-4F77-9ED3-F4A1517EC79B}"/>
              </a:ext>
            </a:extLst>
          </p:cNvPr>
          <p:cNvSpPr>
            <a:spLocks xmlns:a="http://schemas.openxmlformats.org/drawingml/2006/main" noGrp="1"/>
          </p:cNvSpPr>
          <p:nvPr/>
        </p:nvSpPr>
        <p:spPr>
          <a:xfrm xmlns:a="http://schemas.openxmlformats.org/drawingml/2006/main">
            <a:off x="609600" y="2762250"/>
            <a:ext cx="323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6FA"/>
                </a:solidFill>
                <a:latin typeface="Arial"/>
                <a:ea typeface="Arial"/>
                <a:cs typeface="Arial"/>
              </a:defRPr>
            </a:defPPr>
            <a:lvl1pPr>
              <a:defRPr sz="2175" b="0">
                <a:solidFill>
                  <a:srgbClr val="F4F6FA"/>
                </a:solidFill>
                <a:latin typeface="Arial"/>
                <a:ea typeface="Arial"/>
                <a:cs typeface="Arial"/>
              </a:defRPr>
            </a:lvl1pPr>
            <a:lvl2pPr>
              <a:defRPr sz="2175" b="0">
                <a:solidFill>
                  <a:srgbClr val="F4F6FA"/>
                </a:solidFill>
                <a:latin typeface="Arial"/>
                <a:ea typeface="Arial"/>
                <a:cs typeface="Arial"/>
              </a:defRPr>
            </a:lvl2pPr>
            <a:lvl3pPr>
              <a:defRPr sz="2175" b="0">
                <a:solidFill>
                  <a:srgbClr val="F4F6FA"/>
                </a:solidFill>
                <a:latin typeface="Arial"/>
                <a:ea typeface="Arial"/>
                <a:cs typeface="Arial"/>
              </a:defRPr>
            </a:lvl3pPr>
            <a:lvl4pPr>
              <a:defRPr sz="2175" b="0">
                <a:solidFill>
                  <a:srgbClr val="F4F6FA"/>
                </a:solidFill>
                <a:latin typeface="Arial"/>
                <a:ea typeface="Arial"/>
                <a:cs typeface="Arial"/>
              </a:defRPr>
            </a:lvl4pPr>
            <a:lvl5pPr>
              <a:defRPr sz="2175" b="0">
                <a:solidFill>
                  <a:srgbClr val="F4F6FA"/>
                </a:solidFill>
                <a:latin typeface="Arial"/>
                <a:ea typeface="Arial"/>
                <a:cs typeface="Arial"/>
              </a:defRPr>
            </a:lvl5pPr>
            <a:lvl6pPr>
              <a:defRPr sz="2175" b="0">
                <a:solidFill>
                  <a:srgbClr val="F4F6FA"/>
                </a:solidFill>
                <a:latin typeface="Arial"/>
                <a:ea typeface="Arial"/>
                <a:cs typeface="Arial"/>
              </a:defRPr>
            </a:lvl6pPr>
            <a:lvl7pPr>
              <a:defRPr sz="2175" b="0">
                <a:solidFill>
                  <a:srgbClr val="F4F6FA"/>
                </a:solidFill>
                <a:latin typeface="Arial"/>
                <a:ea typeface="Arial"/>
                <a:cs typeface="Arial"/>
              </a:defRPr>
            </a:lvl7pPr>
            <a:lvl8pPr>
              <a:defRPr sz="2175" b="0">
                <a:solidFill>
                  <a:srgbClr val="F4F6FA"/>
                </a:solidFill>
                <a:latin typeface="Arial"/>
                <a:ea typeface="Arial"/>
                <a:cs typeface="Arial"/>
              </a:defRPr>
            </a:lvl8pPr>
            <a:lvl9pPr>
              <a:defRPr sz="2175" b="0">
                <a:solidFill>
                  <a:srgbClr val="F4F6FA"/>
                </a:solidFill>
                <a:latin typeface="Arial"/>
                <a:ea typeface="Arial"/>
                <a:cs typeface="Arial"/>
              </a:defRPr>
            </a:lvl9pPr>
          </a:lstStyle>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14630  Personas</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14620  Aprendizaje</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14610  Simulación</a:t>
            </a:r>
          </a:p>
        </p:txBody>
      </p:sp>
      <p:sp>
        <p:nvSpPr>
          <p:cNvPr id="5" name="">
            <a:extLst xmlns:a="http://schemas.openxmlformats.org/drawingml/2006/main">
              <a:ext uri="{FF2B5EF4-FFF2-40B4-BE49-F238E27FC236}">
                <a16:creationId xmlns:a16="http://schemas.microsoft.com/office/drawing/2014/main" id="{A7E6560B-846A-4B65-B054-925B554224B4}"/>
              </a:ext>
            </a:extLst>
          </p:cNvPr>
          <p:cNvSpPr>
            <a:spLocks xmlns:a="http://schemas.openxmlformats.org/drawingml/2006/main" noGrp="1"/>
          </p:cNvSpPr>
          <p:nvPr/>
        </p:nvSpPr>
        <p:spPr>
          <a:xfrm xmlns:a="http://schemas.openxmlformats.org/drawingml/2006/main">
            <a:off x="609600" y="4667250"/>
            <a:ext cx="323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7C3D1"/>
                </a:solidFill>
                <a:latin typeface="Arial"/>
                <a:ea typeface="Arial"/>
                <a:cs typeface="Arial"/>
              </a:defRPr>
            </a:defPPr>
            <a:lvl1pPr>
              <a:defRPr sz="1875" b="0">
                <a:solidFill>
                  <a:srgbClr val="B7C3D1"/>
                </a:solidFill>
                <a:latin typeface="Arial"/>
                <a:ea typeface="Arial"/>
                <a:cs typeface="Arial"/>
              </a:defRPr>
            </a:lvl1pPr>
            <a:lvl2pPr>
              <a:defRPr sz="1875" b="0">
                <a:solidFill>
                  <a:srgbClr val="B7C3D1"/>
                </a:solidFill>
                <a:latin typeface="Arial"/>
                <a:ea typeface="Arial"/>
                <a:cs typeface="Arial"/>
              </a:defRPr>
            </a:lvl2pPr>
            <a:lvl3pPr>
              <a:defRPr sz="1875" b="0">
                <a:solidFill>
                  <a:srgbClr val="B7C3D1"/>
                </a:solidFill>
                <a:latin typeface="Arial"/>
                <a:ea typeface="Arial"/>
                <a:cs typeface="Arial"/>
              </a:defRPr>
            </a:lvl3pPr>
            <a:lvl4pPr>
              <a:defRPr sz="1875" b="0">
                <a:solidFill>
                  <a:srgbClr val="B7C3D1"/>
                </a:solidFill>
                <a:latin typeface="Arial"/>
                <a:ea typeface="Arial"/>
                <a:cs typeface="Arial"/>
              </a:defRPr>
            </a:lvl4pPr>
            <a:lvl5pPr>
              <a:defRPr sz="1875" b="0">
                <a:solidFill>
                  <a:srgbClr val="B7C3D1"/>
                </a:solidFill>
                <a:latin typeface="Arial"/>
                <a:ea typeface="Arial"/>
                <a:cs typeface="Arial"/>
              </a:defRPr>
            </a:lvl5pPr>
            <a:lvl6pPr>
              <a:defRPr sz="1875" b="0">
                <a:solidFill>
                  <a:srgbClr val="B7C3D1"/>
                </a:solidFill>
                <a:latin typeface="Arial"/>
                <a:ea typeface="Arial"/>
                <a:cs typeface="Arial"/>
              </a:defRPr>
            </a:lvl6pPr>
            <a:lvl7pPr>
              <a:defRPr sz="1875" b="0">
                <a:solidFill>
                  <a:srgbClr val="B7C3D1"/>
                </a:solidFill>
                <a:latin typeface="Arial"/>
                <a:ea typeface="Arial"/>
                <a:cs typeface="Arial"/>
              </a:defRPr>
            </a:lvl7pPr>
            <a:lvl8pPr>
              <a:defRPr sz="1875" b="0">
                <a:solidFill>
                  <a:srgbClr val="B7C3D1"/>
                </a:solidFill>
                <a:latin typeface="Arial"/>
                <a:ea typeface="Arial"/>
                <a:cs typeface="Arial"/>
              </a:defRPr>
            </a:lvl8pPr>
            <a:lvl9pPr>
              <a:defRPr sz="1875" b="0">
                <a:solidFill>
                  <a:srgbClr val="B7C3D1"/>
                </a:solidFill>
                <a:latin typeface="Arial"/>
                <a:ea typeface="Arial"/>
                <a:cs typeface="Arial"/>
              </a:defRPr>
            </a:lvl9pPr>
          </a:lstStyle>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UP confirma la recolección.</a:t>
            </a:r>
          </a:p>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Readiness comprueba</a:t>
            </a:r>
          </a:p>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la preparación del servicio.</a:t>
            </a:r>
          </a:p>
        </p:txBody>
      </p:sp>
      <p:pic>
        <p:nvPicPr>
          <p:cNvPr id="6" name="">
            <a:extLst xmlns:a="http://schemas.openxmlformats.org/drawingml/2006/main">
              <a:ext uri="{FF2B5EF4-FFF2-40B4-BE49-F238E27FC236}">
                <a16:creationId xmlns:a16="http://schemas.microsoft.com/office/drawing/2014/main" id="{F090F21A-CA64-4F7D-A6AD-1510D3EBF432}"/>
              </a:ext>
            </a:extLst>
          </p:cNvPr>
          <p:cNvPicPr>
            <a:picLocks xmlns:a="http://schemas.openxmlformats.org/drawingml/2006/main" noChangeAspect="1"/>
          </p:cNvPicPr>
          <p:nvPr/>
        </p:nvPicPr>
        <p:blipFill>
          <a:blip xmlns:r="http://schemas.openxmlformats.org/officeDocument/2006/relationships" xmlns:a="http://schemas.openxmlformats.org/drawingml/2006/main" r:embed="R714237c0a27f421d"/>
          <a:stretch xmlns:a="http://schemas.openxmlformats.org/drawingml/2006/main"/>
        </p:blipFill>
        <p:spPr>
          <a:xfrm xmlns:a="http://schemas.openxmlformats.org/drawingml/2006/main">
            <a:off x="4095750" y="1526093"/>
            <a:ext cx="7620000" cy="4377315"/>
          </a:xfrm>
          <a:prstGeom xmlns:a="http://schemas.openxmlformats.org/drawingml/2006/main" prst="rect">
            <a:avLst/>
          </a:prstGeom>
        </p:spPr>
      </p:pic>
    </p:spTree>
    <p:extLst>
      <p:ext uri="{BB962C8B-B14F-4D97-AF65-F5344CB8AC3E}">
        <p14:creationId xmlns:p14="http://schemas.microsoft.com/office/powerpoint/2010/main" val="1708689670"/>
      </p:ext>
    </p:extLst>
  </p:cSld>
</p:sld>
</file>

<file path=ppt/slides/slide5.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501FF3-7EFA-4D4D-9058-0ADD0FAC6ACA}"/>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Ocho paneles para observar el sistema</a:t>
            </a:r>
          </a:p>
        </p:txBody>
      </p:sp>
      <p:sp>
        <p:nvSpPr>
          <p:cNvPr id="2" name="">
            <a:extLst xmlns:a="http://schemas.openxmlformats.org/drawingml/2006/main">
              <a:ext uri="{FF2B5EF4-FFF2-40B4-BE49-F238E27FC236}">
                <a16:creationId xmlns:a16="http://schemas.microsoft.com/office/drawing/2014/main" id="{079EDE66-2B76-45B6-B798-513BB24A3327}"/>
              </a:ext>
            </a:extLst>
          </p:cNvPr>
          <p:cNvSpPr>
            <a:spLocks xmlns:a="http://schemas.openxmlformats.org/drawingml/2006/main" noGrp="1"/>
          </p:cNvSpPr>
          <p:nvPr/>
        </p:nvSpPr>
        <p:spPr>
          <a:xfrm xmlns:a="http://schemas.openxmlformats.org/drawingml/2006/main">
            <a:off x="609600" y="644842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05</a:t>
            </a:r>
          </a:p>
        </p:txBody>
      </p:sp>
      <p:sp>
        <p:nvSpPr>
          <p:cNvPr id="3" name="">
            <a:extLst xmlns:a="http://schemas.openxmlformats.org/drawingml/2006/main">
              <a:ext uri="{FF2B5EF4-FFF2-40B4-BE49-F238E27FC236}">
                <a16:creationId xmlns:a16="http://schemas.microsoft.com/office/drawing/2014/main" id="{EF0C0F83-C16A-48CC-9729-0A96407A94CA}"/>
              </a:ext>
            </a:extLst>
          </p:cNvPr>
          <p:cNvSpPr>
            <a:spLocks xmlns:a="http://schemas.openxmlformats.org/drawingml/2006/main" noGrp="1"/>
          </p:cNvSpPr>
          <p:nvPr/>
        </p:nvSpPr>
        <p:spPr>
          <a:xfrm xmlns:a="http://schemas.openxmlformats.org/drawingml/2006/main">
            <a:off x="609600" y="1619250"/>
            <a:ext cx="33813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4F6FA"/>
                </a:solidFill>
                <a:latin typeface="Arial"/>
                <a:ea typeface="Arial"/>
                <a:cs typeface="Arial"/>
              </a:defRPr>
            </a:defPPr>
            <a:lvl1pPr>
              <a:defRPr sz="2025" b="0">
                <a:solidFill>
                  <a:srgbClr val="F4F6FA"/>
                </a:solidFill>
                <a:latin typeface="Arial"/>
                <a:ea typeface="Arial"/>
                <a:cs typeface="Arial"/>
              </a:defRPr>
            </a:lvl1pPr>
            <a:lvl2pPr>
              <a:defRPr sz="2025" b="0">
                <a:solidFill>
                  <a:srgbClr val="F4F6FA"/>
                </a:solidFill>
                <a:latin typeface="Arial"/>
                <a:ea typeface="Arial"/>
                <a:cs typeface="Arial"/>
              </a:defRPr>
            </a:lvl2pPr>
            <a:lvl3pPr>
              <a:defRPr sz="2025" b="0">
                <a:solidFill>
                  <a:srgbClr val="F4F6FA"/>
                </a:solidFill>
                <a:latin typeface="Arial"/>
                <a:ea typeface="Arial"/>
                <a:cs typeface="Arial"/>
              </a:defRPr>
            </a:lvl3pPr>
            <a:lvl4pPr>
              <a:defRPr sz="2025" b="0">
                <a:solidFill>
                  <a:srgbClr val="F4F6FA"/>
                </a:solidFill>
                <a:latin typeface="Arial"/>
                <a:ea typeface="Arial"/>
                <a:cs typeface="Arial"/>
              </a:defRPr>
            </a:lvl4pPr>
            <a:lvl5pPr>
              <a:defRPr sz="2025" b="0">
                <a:solidFill>
                  <a:srgbClr val="F4F6FA"/>
                </a:solidFill>
                <a:latin typeface="Arial"/>
                <a:ea typeface="Arial"/>
                <a:cs typeface="Arial"/>
              </a:defRPr>
            </a:lvl5pPr>
            <a:lvl6pPr>
              <a:defRPr sz="2025" b="0">
                <a:solidFill>
                  <a:srgbClr val="F4F6FA"/>
                </a:solidFill>
                <a:latin typeface="Arial"/>
                <a:ea typeface="Arial"/>
                <a:cs typeface="Arial"/>
              </a:defRPr>
            </a:lvl6pPr>
            <a:lvl7pPr>
              <a:defRPr sz="2025" b="0">
                <a:solidFill>
                  <a:srgbClr val="F4F6FA"/>
                </a:solidFill>
                <a:latin typeface="Arial"/>
                <a:ea typeface="Arial"/>
                <a:cs typeface="Arial"/>
              </a:defRPr>
            </a:lvl7pPr>
            <a:lvl8pPr>
              <a:defRPr sz="2025" b="0">
                <a:solidFill>
                  <a:srgbClr val="F4F6FA"/>
                </a:solidFill>
                <a:latin typeface="Arial"/>
                <a:ea typeface="Arial"/>
                <a:cs typeface="Arial"/>
              </a:defRPr>
            </a:lvl8pPr>
            <a:lvl9pPr>
              <a:defRPr sz="2025" b="0">
                <a:solidFill>
                  <a:srgbClr val="F4F6FA"/>
                </a:solidFill>
                <a:latin typeface="Arial"/>
                <a:ea typeface="Arial"/>
                <a:cs typeface="Arial"/>
              </a:defRPr>
            </a:lvl9pPr>
          </a:lstStyle>
          <a:p xmlns:a="http://schemas.openxmlformats.org/drawingml/2006/main">
            <a:pPr>
              <a:defRPr sz="2025" b="0">
                <a:solidFill>
                  <a:srgbClr val="F4F6FA"/>
                </a:solidFill>
                <a:latin typeface="Arial"/>
                <a:ea typeface="Arial"/>
                <a:cs typeface="Arial"/>
              </a:defRPr>
            </a:pPr>
            <a:r>
              <a:rPr sz="2025" b="0">
                <a:solidFill>
                  <a:srgbClr val="F4F6FA"/>
                </a:solidFill>
                <a:latin typeface="Arial"/>
                <a:ea typeface="Arial"/>
                <a:cs typeface="Arial"/>
              </a:rPr>
              <a:t>Recolección e historial</a:t>
            </a:r>
          </a:p>
          <a:p xmlns:a="http://schemas.openxmlformats.org/drawingml/2006/main">
            <a:pPr>
              <a:defRPr sz="2025" b="0">
                <a:solidFill>
                  <a:srgbClr val="F4F6FA"/>
                </a:solidFill>
                <a:latin typeface="Arial"/>
                <a:ea typeface="Arial"/>
                <a:cs typeface="Arial"/>
              </a:defRPr>
            </a:pPr>
            <a:r>
              <a:rPr sz="2025" b="0">
                <a:solidFill>
                  <a:srgbClr val="F4F6FA"/>
                </a:solidFill>
                <a:latin typeface="Arial"/>
                <a:ea typeface="Arial"/>
                <a:cs typeface="Arial"/>
              </a:rPr>
              <a:t>Solicitudes por segundo</a:t>
            </a:r>
          </a:p>
          <a:p xmlns:a="http://schemas.openxmlformats.org/drawingml/2006/main">
            <a:pPr>
              <a:defRPr sz="2025" b="0">
                <a:solidFill>
                  <a:srgbClr val="F4F6FA"/>
                </a:solidFill>
                <a:latin typeface="Arial"/>
                <a:ea typeface="Arial"/>
                <a:cs typeface="Arial"/>
              </a:defRPr>
            </a:pPr>
            <a:r>
              <a:rPr sz="2025" b="0">
                <a:solidFill>
                  <a:srgbClr val="F4F6FA"/>
                </a:solidFill>
                <a:latin typeface="Arial"/>
                <a:ea typeface="Arial"/>
                <a:cs typeface="Arial"/>
              </a:rPr>
              <a:t>Latencia HTTP p95</a:t>
            </a:r>
          </a:p>
          <a:p xmlns:a="http://schemas.openxmlformats.org/drawingml/2006/main">
            <a:pPr>
              <a:defRPr sz="2025" b="0">
                <a:solidFill>
                  <a:srgbClr val="F4F6FA"/>
                </a:solidFill>
                <a:latin typeface="Arial"/>
                <a:ea typeface="Arial"/>
                <a:cs typeface="Arial"/>
              </a:defRPr>
            </a:pPr>
            <a:r>
              <a:rPr sz="2025" b="0">
                <a:solidFill>
                  <a:srgbClr val="F4F6FA"/>
                </a:solidFill>
                <a:latin typeface="Arial"/>
                <a:ea typeface="Arial"/>
                <a:cs typeface="Arial"/>
              </a:rPr>
              <a:t>Respuestas HTTP 5xx</a:t>
            </a:r>
          </a:p>
          <a:p xmlns:a="http://schemas.openxmlformats.org/drawingml/2006/main">
            <a:pPr>
              <a:defRPr sz="2025" b="0">
                <a:solidFill>
                  <a:srgbClr val="F4F6FA"/>
                </a:solidFill>
                <a:latin typeface="Arial"/>
                <a:ea typeface="Arial"/>
                <a:cs typeface="Arial"/>
              </a:defRPr>
            </a:pPr>
            <a:r>
              <a:rPr sz="2025" b="0">
                <a:solidFill>
                  <a:srgbClr val="F4F6FA"/>
                </a:solidFill>
                <a:latin typeface="Arial"/>
                <a:ea typeface="Arial"/>
                <a:cs typeface="Arial"/>
              </a:rPr>
              <a:t>Memoria heap JVM</a:t>
            </a:r>
          </a:p>
          <a:p xmlns:a="http://schemas.openxmlformats.org/drawingml/2006/main">
            <a:pPr>
              <a:defRPr sz="2025" b="0">
                <a:solidFill>
                  <a:srgbClr val="F4F6FA"/>
                </a:solidFill>
                <a:latin typeface="Arial"/>
                <a:ea typeface="Arial"/>
                <a:cs typeface="Arial"/>
              </a:defRPr>
            </a:pPr>
            <a:r>
              <a:rPr sz="2025" b="0">
                <a:solidFill>
                  <a:srgbClr val="F4F6FA"/>
                </a:solidFill>
                <a:latin typeface="Arial"/>
                <a:ea typeface="Arial"/>
                <a:cs typeface="Arial"/>
              </a:rPr>
              <a:t>CPU del proceso</a:t>
            </a:r>
          </a:p>
          <a:p xmlns:a="http://schemas.openxmlformats.org/drawingml/2006/main">
            <a:pPr>
              <a:defRPr sz="2025" b="0">
                <a:solidFill>
                  <a:srgbClr val="F4F6FA"/>
                </a:solidFill>
                <a:latin typeface="Arial"/>
                <a:ea typeface="Arial"/>
                <a:cs typeface="Arial"/>
              </a:defRPr>
            </a:pPr>
            <a:r>
              <a:rPr sz="2025" b="0">
                <a:solidFill>
                  <a:srgbClr val="F4F6FA"/>
                </a:solidFill>
                <a:latin typeface="Arial"/>
                <a:ea typeface="Arial"/>
                <a:cs typeface="Arial"/>
              </a:rPr>
              <a:t>Conexiones activas de BD</a:t>
            </a:r>
          </a:p>
        </p:txBody>
      </p:sp>
      <p:sp>
        <p:nvSpPr>
          <p:cNvPr id="4" name="">
            <a:extLst xmlns:a="http://schemas.openxmlformats.org/drawingml/2006/main">
              <a:ext uri="{FF2B5EF4-FFF2-40B4-BE49-F238E27FC236}">
                <a16:creationId xmlns:a16="http://schemas.microsoft.com/office/drawing/2014/main" id="{AD3106C7-AFCF-4740-A82C-89E2C12BA309}"/>
              </a:ext>
            </a:extLst>
          </p:cNvPr>
          <p:cNvSpPr>
            <a:spLocks xmlns:a="http://schemas.openxmlformats.org/drawingml/2006/main" noGrp="1"/>
          </p:cNvSpPr>
          <p:nvPr/>
        </p:nvSpPr>
        <p:spPr>
          <a:xfrm xmlns:a="http://schemas.openxmlformats.org/drawingml/2006/main">
            <a:off x="609600" y="51435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B7C3D1"/>
                </a:solidFill>
                <a:latin typeface="Arial"/>
                <a:ea typeface="Arial"/>
                <a:cs typeface="Arial"/>
              </a:defRPr>
            </a:defPPr>
            <a:lvl1pPr>
              <a:defRPr sz="1725" b="0">
                <a:solidFill>
                  <a:srgbClr val="B7C3D1"/>
                </a:solidFill>
                <a:latin typeface="Arial"/>
                <a:ea typeface="Arial"/>
                <a:cs typeface="Arial"/>
              </a:defRPr>
            </a:lvl1pPr>
            <a:lvl2pPr>
              <a:defRPr sz="1725" b="0">
                <a:solidFill>
                  <a:srgbClr val="B7C3D1"/>
                </a:solidFill>
                <a:latin typeface="Arial"/>
                <a:ea typeface="Arial"/>
                <a:cs typeface="Arial"/>
              </a:defRPr>
            </a:lvl2pPr>
            <a:lvl3pPr>
              <a:defRPr sz="1725" b="0">
                <a:solidFill>
                  <a:srgbClr val="B7C3D1"/>
                </a:solidFill>
                <a:latin typeface="Arial"/>
                <a:ea typeface="Arial"/>
                <a:cs typeface="Arial"/>
              </a:defRPr>
            </a:lvl3pPr>
            <a:lvl4pPr>
              <a:defRPr sz="1725" b="0">
                <a:solidFill>
                  <a:srgbClr val="B7C3D1"/>
                </a:solidFill>
                <a:latin typeface="Arial"/>
                <a:ea typeface="Arial"/>
                <a:cs typeface="Arial"/>
              </a:defRPr>
            </a:lvl4pPr>
            <a:lvl5pPr>
              <a:defRPr sz="1725" b="0">
                <a:solidFill>
                  <a:srgbClr val="B7C3D1"/>
                </a:solidFill>
                <a:latin typeface="Arial"/>
                <a:ea typeface="Arial"/>
                <a:cs typeface="Arial"/>
              </a:defRPr>
            </a:lvl5pPr>
            <a:lvl6pPr>
              <a:defRPr sz="1725" b="0">
                <a:solidFill>
                  <a:srgbClr val="B7C3D1"/>
                </a:solidFill>
                <a:latin typeface="Arial"/>
                <a:ea typeface="Arial"/>
                <a:cs typeface="Arial"/>
              </a:defRPr>
            </a:lvl6pPr>
            <a:lvl7pPr>
              <a:defRPr sz="1725" b="0">
                <a:solidFill>
                  <a:srgbClr val="B7C3D1"/>
                </a:solidFill>
                <a:latin typeface="Arial"/>
                <a:ea typeface="Arial"/>
                <a:cs typeface="Arial"/>
              </a:defRPr>
            </a:lvl7pPr>
            <a:lvl8pPr>
              <a:defRPr sz="1725" b="0">
                <a:solidFill>
                  <a:srgbClr val="B7C3D1"/>
                </a:solidFill>
                <a:latin typeface="Arial"/>
                <a:ea typeface="Arial"/>
                <a:cs typeface="Arial"/>
              </a:defRPr>
            </a:lvl8pPr>
            <a:lvl9pPr>
              <a:defRPr sz="1725" b="0">
                <a:solidFill>
                  <a:srgbClr val="B7C3D1"/>
                </a:solidFill>
                <a:latin typeface="Arial"/>
                <a:ea typeface="Arial"/>
                <a:cs typeface="Arial"/>
              </a:defRPr>
            </a:lvl9pPr>
          </a:lstStyle>
          <a:p xmlns:a="http://schemas.openxmlformats.org/drawingml/2006/main">
            <a:pPr>
              <a:defRPr sz="1725" b="0">
                <a:solidFill>
                  <a:srgbClr val="B7C3D1"/>
                </a:solidFill>
                <a:latin typeface="Arial"/>
                <a:ea typeface="Arial"/>
                <a:cs typeface="Arial"/>
              </a:defRPr>
            </a:pPr>
            <a:r>
              <a:rPr sz="1725" b="0">
                <a:solidFill>
                  <a:srgbClr val="B7C3D1"/>
                </a:solidFill>
                <a:latin typeface="Arial"/>
                <a:ea typeface="Arial"/>
                <a:cs typeface="Arial"/>
              </a:rPr>
              <a:t>El historial de recolección</a:t>
            </a:r>
          </a:p>
          <a:p xmlns:a="http://schemas.openxmlformats.org/drawingml/2006/main">
            <a:pPr>
              <a:defRPr sz="1725" b="0">
                <a:solidFill>
                  <a:srgbClr val="B7C3D1"/>
                </a:solidFill>
                <a:latin typeface="Arial"/>
                <a:ea typeface="Arial"/>
                <a:cs typeface="Arial"/>
              </a:defRPr>
            </a:pPr>
            <a:r>
              <a:rPr sz="1725" b="0">
                <a:solidFill>
                  <a:srgbClr val="B7C3D1"/>
                </a:solidFill>
                <a:latin typeface="Arial"/>
                <a:ea typeface="Arial"/>
                <a:cs typeface="Arial"/>
              </a:rPr>
              <a:t>es un panel adicional.</a:t>
            </a:r>
          </a:p>
        </p:txBody>
      </p:sp>
      <p:pic>
        <p:nvPicPr>
          <p:cNvPr id="5" name="">
            <a:extLst xmlns:a="http://schemas.openxmlformats.org/drawingml/2006/main">
              <a:ext uri="{FF2B5EF4-FFF2-40B4-BE49-F238E27FC236}">
                <a16:creationId xmlns:a16="http://schemas.microsoft.com/office/drawing/2014/main" id="{565D49CE-6892-473F-8170-37CA32008D1B}"/>
              </a:ext>
            </a:extLst>
          </p:cNvPr>
          <p:cNvPicPr>
            <a:picLocks xmlns:a="http://schemas.openxmlformats.org/drawingml/2006/main" noChangeAspect="1"/>
          </p:cNvPicPr>
          <p:nvPr/>
        </p:nvPicPr>
        <p:blipFill>
          <a:blip xmlns:r="http://schemas.openxmlformats.org/officeDocument/2006/relationships" xmlns:a="http://schemas.openxmlformats.org/drawingml/2006/main" r:embed="R3c10639e3b344f7d"/>
          <a:stretch xmlns:a="http://schemas.openxmlformats.org/drawingml/2006/main"/>
        </p:blipFill>
        <p:spPr>
          <a:xfrm xmlns:a="http://schemas.openxmlformats.org/drawingml/2006/main">
            <a:off x="5084529" y="1524000"/>
            <a:ext cx="5642441" cy="33337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DD2E373-C4B4-4BF9-B103-F8B52FF83887}"/>
              </a:ext>
            </a:extLst>
          </p:cNvPr>
          <p:cNvPicPr>
            <a:picLocks xmlns:a="http://schemas.openxmlformats.org/drawingml/2006/main" noChangeAspect="1"/>
          </p:cNvPicPr>
          <p:nvPr/>
        </p:nvPicPr>
        <p:blipFill>
          <a:blip xmlns:r="http://schemas.openxmlformats.org/officeDocument/2006/relationships" xmlns:a="http://schemas.openxmlformats.org/drawingml/2006/main" r:embed="Re0dd67ad332c49bf"/>
          <a:stretch xmlns:a="http://schemas.openxmlformats.org/drawingml/2006/main"/>
        </p:blipFill>
        <p:spPr>
          <a:xfrm xmlns:a="http://schemas.openxmlformats.org/drawingml/2006/main">
            <a:off x="5408864" y="5000625"/>
            <a:ext cx="4993772" cy="1190625"/>
          </a:xfrm>
          <a:prstGeom xmlns:a="http://schemas.openxmlformats.org/drawingml/2006/main" prst="rect">
            <a:avLst/>
          </a:prstGeom>
        </p:spPr>
      </p:pic>
    </p:spTree>
    <p:extLst>
      <p:ext uri="{BB962C8B-B14F-4D97-AF65-F5344CB8AC3E}">
        <p14:creationId xmlns:p14="http://schemas.microsoft.com/office/powerpoint/2010/main" val="1175724072"/>
      </p:ext>
    </p:extLst>
  </p:cSld>
</p:sld>
</file>

<file path=ppt/slides/slide6.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4B4E43-D7C5-43D3-AE4F-2DE38ECC8073}"/>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Caída controlada de simulación</a:t>
            </a:r>
          </a:p>
        </p:txBody>
      </p:sp>
      <p:sp>
        <p:nvSpPr>
          <p:cNvPr id="2" name="">
            <a:extLst xmlns:a="http://schemas.openxmlformats.org/drawingml/2006/main">
              <a:ext uri="{FF2B5EF4-FFF2-40B4-BE49-F238E27FC236}">
                <a16:creationId xmlns:a16="http://schemas.microsoft.com/office/drawing/2014/main" id="{601CF7E7-1678-456A-B60B-60DAFD776D99}"/>
              </a:ext>
            </a:extLst>
          </p:cNvPr>
          <p:cNvSpPr>
            <a:spLocks xmlns:a="http://schemas.openxmlformats.org/drawingml/2006/main" noGrp="1"/>
          </p:cNvSpPr>
          <p:nvPr/>
        </p:nvSpPr>
        <p:spPr>
          <a:xfrm xmlns:a="http://schemas.openxmlformats.org/drawingml/2006/main">
            <a:off x="609600" y="644842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06</a:t>
            </a:r>
          </a:p>
        </p:txBody>
      </p:sp>
      <p:sp>
        <p:nvSpPr>
          <p:cNvPr id="3" name="">
            <a:extLst xmlns:a="http://schemas.openxmlformats.org/drawingml/2006/main">
              <a:ext uri="{FF2B5EF4-FFF2-40B4-BE49-F238E27FC236}">
                <a16:creationId xmlns:a16="http://schemas.microsoft.com/office/drawing/2014/main" id="{A8377B72-198D-491F-B010-B2DCCC27DD0D}"/>
              </a:ext>
            </a:extLst>
          </p:cNvPr>
          <p:cNvSpPr>
            <a:spLocks xmlns:a="http://schemas.openxmlformats.org/drawingml/2006/main" noGrp="1"/>
          </p:cNvSpPr>
          <p:nvPr/>
        </p:nvSpPr>
        <p:spPr>
          <a:xfrm xmlns:a="http://schemas.openxmlformats.org/drawingml/2006/main">
            <a:off x="609600" y="1666875"/>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FF9933"/>
                </a:solidFill>
                <a:latin typeface="Arial"/>
                <a:ea typeface="Arial"/>
                <a:cs typeface="Arial"/>
              </a:defRPr>
            </a:defPPr>
            <a:lvl1pPr>
              <a:defRPr sz="2700" b="1">
                <a:solidFill>
                  <a:srgbClr val="FF9933"/>
                </a:solidFill>
                <a:latin typeface="Arial"/>
                <a:ea typeface="Arial"/>
                <a:cs typeface="Arial"/>
              </a:defRPr>
            </a:lvl1pPr>
            <a:lvl2pPr>
              <a:defRPr sz="2700" b="1">
                <a:solidFill>
                  <a:srgbClr val="FF9933"/>
                </a:solidFill>
                <a:latin typeface="Arial"/>
                <a:ea typeface="Arial"/>
                <a:cs typeface="Arial"/>
              </a:defRPr>
            </a:lvl2pPr>
            <a:lvl3pPr>
              <a:defRPr sz="2700" b="1">
                <a:solidFill>
                  <a:srgbClr val="FF9933"/>
                </a:solidFill>
                <a:latin typeface="Arial"/>
                <a:ea typeface="Arial"/>
                <a:cs typeface="Arial"/>
              </a:defRPr>
            </a:lvl3pPr>
            <a:lvl4pPr>
              <a:defRPr sz="2700" b="1">
                <a:solidFill>
                  <a:srgbClr val="FF9933"/>
                </a:solidFill>
                <a:latin typeface="Arial"/>
                <a:ea typeface="Arial"/>
                <a:cs typeface="Arial"/>
              </a:defRPr>
            </a:lvl4pPr>
            <a:lvl5pPr>
              <a:defRPr sz="2700" b="1">
                <a:solidFill>
                  <a:srgbClr val="FF9933"/>
                </a:solidFill>
                <a:latin typeface="Arial"/>
                <a:ea typeface="Arial"/>
                <a:cs typeface="Arial"/>
              </a:defRPr>
            </a:lvl5pPr>
            <a:lvl6pPr>
              <a:defRPr sz="2700" b="1">
                <a:solidFill>
                  <a:srgbClr val="FF9933"/>
                </a:solidFill>
                <a:latin typeface="Arial"/>
                <a:ea typeface="Arial"/>
                <a:cs typeface="Arial"/>
              </a:defRPr>
            </a:lvl6pPr>
            <a:lvl7pPr>
              <a:defRPr sz="2700" b="1">
                <a:solidFill>
                  <a:srgbClr val="FF9933"/>
                </a:solidFill>
                <a:latin typeface="Arial"/>
                <a:ea typeface="Arial"/>
                <a:cs typeface="Arial"/>
              </a:defRPr>
            </a:lvl7pPr>
            <a:lvl8pPr>
              <a:defRPr sz="2700" b="1">
                <a:solidFill>
                  <a:srgbClr val="FF9933"/>
                </a:solidFill>
                <a:latin typeface="Arial"/>
                <a:ea typeface="Arial"/>
                <a:cs typeface="Arial"/>
              </a:defRPr>
            </a:lvl8pPr>
            <a:lvl9pPr>
              <a:defRPr sz="2700" b="1">
                <a:solidFill>
                  <a:srgbClr val="FF9933"/>
                </a:solidFill>
                <a:latin typeface="Arial"/>
                <a:ea typeface="Arial"/>
                <a:cs typeface="Arial"/>
              </a:defRPr>
            </a:lvl9pPr>
          </a:lstStyle>
          <a:p xmlns:a="http://schemas.openxmlformats.org/drawingml/2006/main">
            <a:pPr>
              <a:defRPr sz="2700" b="1">
                <a:solidFill>
                  <a:srgbClr val="FF9933"/>
                </a:solidFill>
                <a:latin typeface="Arial"/>
                <a:ea typeface="Arial"/>
                <a:cs typeface="Arial"/>
              </a:defRPr>
            </a:pPr>
            <a:r>
              <a:rPr sz="2700" b="1">
                <a:solidFill>
                  <a:srgbClr val="FF9933"/>
                </a:solidFill>
                <a:latin typeface="Arial"/>
                <a:ea typeface="Arial"/>
                <a:cs typeface="Arial"/>
              </a:rPr>
              <a:t>Simulación: up = 0</a:t>
            </a:r>
          </a:p>
        </p:txBody>
      </p:sp>
      <p:sp>
        <p:nvSpPr>
          <p:cNvPr id="4" name="">
            <a:extLst xmlns:a="http://schemas.openxmlformats.org/drawingml/2006/main">
              <a:ext uri="{FF2B5EF4-FFF2-40B4-BE49-F238E27FC236}">
                <a16:creationId xmlns:a16="http://schemas.microsoft.com/office/drawing/2014/main" id="{2B905CC0-87F6-4AD0-84B5-B5D4CAF48254}"/>
              </a:ext>
            </a:extLst>
          </p:cNvPr>
          <p:cNvSpPr>
            <a:spLocks xmlns:a="http://schemas.openxmlformats.org/drawingml/2006/main" noGrp="1"/>
          </p:cNvSpPr>
          <p:nvPr/>
        </p:nvSpPr>
        <p:spPr>
          <a:xfrm xmlns:a="http://schemas.openxmlformats.org/drawingml/2006/main">
            <a:off x="609600" y="2857500"/>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6FA"/>
                </a:solidFill>
                <a:latin typeface="Arial"/>
                <a:ea typeface="Arial"/>
                <a:cs typeface="Arial"/>
              </a:defRPr>
            </a:defPPr>
            <a:lvl1pPr>
              <a:defRPr sz="2175" b="0">
                <a:solidFill>
                  <a:srgbClr val="F4F6FA"/>
                </a:solidFill>
                <a:latin typeface="Arial"/>
                <a:ea typeface="Arial"/>
                <a:cs typeface="Arial"/>
              </a:defRPr>
            </a:lvl1pPr>
            <a:lvl2pPr>
              <a:defRPr sz="2175" b="0">
                <a:solidFill>
                  <a:srgbClr val="F4F6FA"/>
                </a:solidFill>
                <a:latin typeface="Arial"/>
                <a:ea typeface="Arial"/>
                <a:cs typeface="Arial"/>
              </a:defRPr>
            </a:lvl2pPr>
            <a:lvl3pPr>
              <a:defRPr sz="2175" b="0">
                <a:solidFill>
                  <a:srgbClr val="F4F6FA"/>
                </a:solidFill>
                <a:latin typeface="Arial"/>
                <a:ea typeface="Arial"/>
                <a:cs typeface="Arial"/>
              </a:defRPr>
            </a:lvl3pPr>
            <a:lvl4pPr>
              <a:defRPr sz="2175" b="0">
                <a:solidFill>
                  <a:srgbClr val="F4F6FA"/>
                </a:solidFill>
                <a:latin typeface="Arial"/>
                <a:ea typeface="Arial"/>
                <a:cs typeface="Arial"/>
              </a:defRPr>
            </a:lvl4pPr>
            <a:lvl5pPr>
              <a:defRPr sz="2175" b="0">
                <a:solidFill>
                  <a:srgbClr val="F4F6FA"/>
                </a:solidFill>
                <a:latin typeface="Arial"/>
                <a:ea typeface="Arial"/>
                <a:cs typeface="Arial"/>
              </a:defRPr>
            </a:lvl5pPr>
            <a:lvl6pPr>
              <a:defRPr sz="2175" b="0">
                <a:solidFill>
                  <a:srgbClr val="F4F6FA"/>
                </a:solidFill>
                <a:latin typeface="Arial"/>
                <a:ea typeface="Arial"/>
                <a:cs typeface="Arial"/>
              </a:defRPr>
            </a:lvl6pPr>
            <a:lvl7pPr>
              <a:defRPr sz="2175" b="0">
                <a:solidFill>
                  <a:srgbClr val="F4F6FA"/>
                </a:solidFill>
                <a:latin typeface="Arial"/>
                <a:ea typeface="Arial"/>
                <a:cs typeface="Arial"/>
              </a:defRPr>
            </a:lvl7pPr>
            <a:lvl8pPr>
              <a:defRPr sz="2175" b="0">
                <a:solidFill>
                  <a:srgbClr val="F4F6FA"/>
                </a:solidFill>
                <a:latin typeface="Arial"/>
                <a:ea typeface="Arial"/>
                <a:cs typeface="Arial"/>
              </a:defRPr>
            </a:lvl8pPr>
            <a:lvl9pPr>
              <a:defRPr sz="2175" b="0">
                <a:solidFill>
                  <a:srgbClr val="F4F6FA"/>
                </a:solidFill>
                <a:latin typeface="Arial"/>
                <a:ea typeface="Arial"/>
                <a:cs typeface="Arial"/>
              </a:defRPr>
            </a:lvl9pPr>
          </a:lstStyle>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Detuvimos únicamente</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el proceso de simulación.</a:t>
            </a:r>
          </a:p>
          <a:p xmlns:a="http://schemas.openxmlformats.org/drawingml/2006/main">
            <a:r>
              <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Personas y aprendizaje</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conservaron up = 1.</a:t>
            </a:r>
          </a:p>
        </p:txBody>
      </p:sp>
      <p:sp>
        <p:nvSpPr>
          <p:cNvPr id="5" name="">
            <a:extLst xmlns:a="http://schemas.openxmlformats.org/drawingml/2006/main">
              <a:ext uri="{FF2B5EF4-FFF2-40B4-BE49-F238E27FC236}">
                <a16:creationId xmlns:a16="http://schemas.microsoft.com/office/drawing/2014/main" id="{F1F9AAC8-C5BE-4971-BCD4-678413260980}"/>
              </a:ext>
            </a:extLst>
          </p:cNvPr>
          <p:cNvSpPr>
            <a:spLocks xmlns:a="http://schemas.openxmlformats.org/drawingml/2006/main" noGrp="1"/>
          </p:cNvSpPr>
          <p:nvPr/>
        </p:nvSpPr>
        <p:spPr>
          <a:xfrm xmlns:a="http://schemas.openxmlformats.org/drawingml/2006/main">
            <a:off x="609600" y="53340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B7C3D1"/>
                </a:solidFill>
                <a:latin typeface="Arial"/>
                <a:ea typeface="Arial"/>
                <a:cs typeface="Arial"/>
              </a:defRPr>
            </a:defPPr>
            <a:lvl1pPr>
              <a:defRPr sz="1725" b="0">
                <a:solidFill>
                  <a:srgbClr val="B7C3D1"/>
                </a:solidFill>
                <a:latin typeface="Arial"/>
                <a:ea typeface="Arial"/>
                <a:cs typeface="Arial"/>
              </a:defRPr>
            </a:lvl1pPr>
            <a:lvl2pPr>
              <a:defRPr sz="1725" b="0">
                <a:solidFill>
                  <a:srgbClr val="B7C3D1"/>
                </a:solidFill>
                <a:latin typeface="Arial"/>
                <a:ea typeface="Arial"/>
                <a:cs typeface="Arial"/>
              </a:defRPr>
            </a:lvl2pPr>
            <a:lvl3pPr>
              <a:defRPr sz="1725" b="0">
                <a:solidFill>
                  <a:srgbClr val="B7C3D1"/>
                </a:solidFill>
                <a:latin typeface="Arial"/>
                <a:ea typeface="Arial"/>
                <a:cs typeface="Arial"/>
              </a:defRPr>
            </a:lvl3pPr>
            <a:lvl4pPr>
              <a:defRPr sz="1725" b="0">
                <a:solidFill>
                  <a:srgbClr val="B7C3D1"/>
                </a:solidFill>
                <a:latin typeface="Arial"/>
                <a:ea typeface="Arial"/>
                <a:cs typeface="Arial"/>
              </a:defRPr>
            </a:lvl4pPr>
            <a:lvl5pPr>
              <a:defRPr sz="1725" b="0">
                <a:solidFill>
                  <a:srgbClr val="B7C3D1"/>
                </a:solidFill>
                <a:latin typeface="Arial"/>
                <a:ea typeface="Arial"/>
                <a:cs typeface="Arial"/>
              </a:defRPr>
            </a:lvl5pPr>
            <a:lvl6pPr>
              <a:defRPr sz="1725" b="0">
                <a:solidFill>
                  <a:srgbClr val="B7C3D1"/>
                </a:solidFill>
                <a:latin typeface="Arial"/>
                <a:ea typeface="Arial"/>
                <a:cs typeface="Arial"/>
              </a:defRPr>
            </a:lvl6pPr>
            <a:lvl7pPr>
              <a:defRPr sz="1725" b="0">
                <a:solidFill>
                  <a:srgbClr val="B7C3D1"/>
                </a:solidFill>
                <a:latin typeface="Arial"/>
                <a:ea typeface="Arial"/>
                <a:cs typeface="Arial"/>
              </a:defRPr>
            </a:lvl7pPr>
            <a:lvl8pPr>
              <a:defRPr sz="1725" b="0">
                <a:solidFill>
                  <a:srgbClr val="B7C3D1"/>
                </a:solidFill>
                <a:latin typeface="Arial"/>
                <a:ea typeface="Arial"/>
                <a:cs typeface="Arial"/>
              </a:defRPr>
            </a:lvl8pPr>
            <a:lvl9pPr>
              <a:defRPr sz="1725" b="0">
                <a:solidFill>
                  <a:srgbClr val="B7C3D1"/>
                </a:solidFill>
                <a:latin typeface="Arial"/>
                <a:ea typeface="Arial"/>
                <a:cs typeface="Arial"/>
              </a:defRPr>
            </a:lvl9pPr>
          </a:lstStyle>
          <a:p xmlns:a="http://schemas.openxmlformats.org/drawingml/2006/main">
            <a:pPr>
              <a:defRPr sz="1725" b="0">
                <a:solidFill>
                  <a:srgbClr val="B7C3D1"/>
                </a:solidFill>
                <a:latin typeface="Arial"/>
                <a:ea typeface="Arial"/>
                <a:cs typeface="Arial"/>
              </a:defRPr>
            </a:pPr>
            <a:r>
              <a:rPr sz="1725" b="0">
                <a:solidFill>
                  <a:srgbClr val="B7C3D1"/>
                </a:solidFill>
                <a:latin typeface="Arial"/>
                <a:ea typeface="Arial"/>
                <a:cs typeface="Arial"/>
              </a:rPr>
              <a:t>Una caída total puede no</a:t>
            </a:r>
          </a:p>
          <a:p xmlns:a="http://schemas.openxmlformats.org/drawingml/2006/main">
            <a:pPr>
              <a:defRPr sz="1725" b="0">
                <a:solidFill>
                  <a:srgbClr val="B7C3D1"/>
                </a:solidFill>
                <a:latin typeface="Arial"/>
                <a:ea typeface="Arial"/>
                <a:cs typeface="Arial"/>
              </a:defRPr>
            </a:pPr>
            <a:r>
              <a:rPr sz="1725" b="0">
                <a:solidFill>
                  <a:srgbClr val="B7C3D1"/>
                </a:solidFill>
                <a:latin typeface="Arial"/>
                <a:ea typeface="Arial"/>
                <a:cs typeface="Arial"/>
              </a:rPr>
              <a:t>generar respuestas 5xx</a:t>
            </a:r>
          </a:p>
          <a:p xmlns:a="http://schemas.openxmlformats.org/drawingml/2006/main">
            <a:pPr>
              <a:defRPr sz="1725" b="0">
                <a:solidFill>
                  <a:srgbClr val="B7C3D1"/>
                </a:solidFill>
                <a:latin typeface="Arial"/>
                <a:ea typeface="Arial"/>
                <a:cs typeface="Arial"/>
              </a:defRPr>
            </a:pPr>
            <a:r>
              <a:rPr sz="1725" b="0">
                <a:solidFill>
                  <a:srgbClr val="B7C3D1"/>
                </a:solidFill>
                <a:latin typeface="Arial"/>
                <a:ea typeface="Arial"/>
                <a:cs typeface="Arial"/>
              </a:rPr>
              <a:t>en el servicio detenido.</a:t>
            </a:r>
          </a:p>
        </p:txBody>
      </p:sp>
      <p:pic>
        <p:nvPicPr>
          <p:cNvPr id="6" name="">
            <a:extLst xmlns:a="http://schemas.openxmlformats.org/drawingml/2006/main">
              <a:ext uri="{FF2B5EF4-FFF2-40B4-BE49-F238E27FC236}">
                <a16:creationId xmlns:a16="http://schemas.microsoft.com/office/drawing/2014/main" id="{D3C28C4D-4BDE-411B-82A9-83977479F78C}"/>
              </a:ext>
            </a:extLst>
          </p:cNvPr>
          <p:cNvPicPr>
            <a:picLocks xmlns:a="http://schemas.openxmlformats.org/drawingml/2006/main" noChangeAspect="1"/>
          </p:cNvPicPr>
          <p:nvPr/>
        </p:nvPicPr>
        <p:blipFill>
          <a:blip xmlns:r="http://schemas.openxmlformats.org/officeDocument/2006/relationships" xmlns:a="http://schemas.openxmlformats.org/drawingml/2006/main" r:embed="Ra73c544f80ff4568"/>
          <a:stretch xmlns:a="http://schemas.openxmlformats.org/drawingml/2006/main"/>
        </p:blipFill>
        <p:spPr>
          <a:xfrm xmlns:a="http://schemas.openxmlformats.org/drawingml/2006/main">
            <a:off x="4095750" y="1520159"/>
            <a:ext cx="7620000" cy="4436806"/>
          </a:xfrm>
          <a:prstGeom xmlns:a="http://schemas.openxmlformats.org/drawingml/2006/main" prst="rect">
            <a:avLst/>
          </a:prstGeom>
        </p:spPr>
      </p:pic>
    </p:spTree>
    <p:extLst>
      <p:ext uri="{BB962C8B-B14F-4D97-AF65-F5344CB8AC3E}">
        <p14:creationId xmlns:p14="http://schemas.microsoft.com/office/powerpoint/2010/main" val="1043670075"/>
      </p:ext>
    </p:extLst>
  </p:cSld>
</p:sld>
</file>

<file path=ppt/slides/slide7.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664762-F33B-4535-9693-C47EE3CED3B4}"/>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Recuperación comprobada</a:t>
            </a:r>
          </a:p>
        </p:txBody>
      </p:sp>
      <p:sp>
        <p:nvSpPr>
          <p:cNvPr id="2" name="">
            <a:extLst xmlns:a="http://schemas.openxmlformats.org/drawingml/2006/main">
              <a:ext uri="{FF2B5EF4-FFF2-40B4-BE49-F238E27FC236}">
                <a16:creationId xmlns:a16="http://schemas.microsoft.com/office/drawing/2014/main" id="{47BA9D9C-1E07-4C37-A530-504E4DE9C825}"/>
              </a:ext>
            </a:extLst>
          </p:cNvPr>
          <p:cNvSpPr>
            <a:spLocks xmlns:a="http://schemas.openxmlformats.org/drawingml/2006/main" noGrp="1"/>
          </p:cNvSpPr>
          <p:nvPr/>
        </p:nvSpPr>
        <p:spPr>
          <a:xfrm xmlns:a="http://schemas.openxmlformats.org/drawingml/2006/main">
            <a:off x="609600" y="644842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07</a:t>
            </a:r>
          </a:p>
        </p:txBody>
      </p:sp>
      <p:sp>
        <p:nvSpPr>
          <p:cNvPr id="3" name="">
            <a:extLst xmlns:a="http://schemas.openxmlformats.org/drawingml/2006/main">
              <a:ext uri="{FF2B5EF4-FFF2-40B4-BE49-F238E27FC236}">
                <a16:creationId xmlns:a16="http://schemas.microsoft.com/office/drawing/2014/main" id="{72EA8CC5-A67F-4DA9-B138-19291FB55780}"/>
              </a:ext>
            </a:extLst>
          </p:cNvPr>
          <p:cNvSpPr>
            <a:spLocks xmlns:a="http://schemas.openxmlformats.org/drawingml/2006/main" noGrp="1"/>
          </p:cNvSpPr>
          <p:nvPr/>
        </p:nvSpPr>
        <p:spPr>
          <a:xfrm xmlns:a="http://schemas.openxmlformats.org/drawingml/2006/main">
            <a:off x="609600" y="16668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78CE80"/>
                </a:solidFill>
                <a:latin typeface="Arial"/>
                <a:ea typeface="Arial"/>
                <a:cs typeface="Arial"/>
              </a:defRPr>
            </a:defPPr>
            <a:lvl1pPr>
              <a:defRPr sz="3600" b="1">
                <a:solidFill>
                  <a:srgbClr val="78CE80"/>
                </a:solidFill>
                <a:latin typeface="Arial"/>
                <a:ea typeface="Arial"/>
                <a:cs typeface="Arial"/>
              </a:defRPr>
            </a:lvl1pPr>
            <a:lvl2pPr>
              <a:defRPr sz="3600" b="1">
                <a:solidFill>
                  <a:srgbClr val="78CE80"/>
                </a:solidFill>
                <a:latin typeface="Arial"/>
                <a:ea typeface="Arial"/>
                <a:cs typeface="Arial"/>
              </a:defRPr>
            </a:lvl2pPr>
            <a:lvl3pPr>
              <a:defRPr sz="3600" b="1">
                <a:solidFill>
                  <a:srgbClr val="78CE80"/>
                </a:solidFill>
                <a:latin typeface="Arial"/>
                <a:ea typeface="Arial"/>
                <a:cs typeface="Arial"/>
              </a:defRPr>
            </a:lvl3pPr>
            <a:lvl4pPr>
              <a:defRPr sz="3600" b="1">
                <a:solidFill>
                  <a:srgbClr val="78CE80"/>
                </a:solidFill>
                <a:latin typeface="Arial"/>
                <a:ea typeface="Arial"/>
                <a:cs typeface="Arial"/>
              </a:defRPr>
            </a:lvl4pPr>
            <a:lvl5pPr>
              <a:defRPr sz="3600" b="1">
                <a:solidFill>
                  <a:srgbClr val="78CE80"/>
                </a:solidFill>
                <a:latin typeface="Arial"/>
                <a:ea typeface="Arial"/>
                <a:cs typeface="Arial"/>
              </a:defRPr>
            </a:lvl5pPr>
            <a:lvl6pPr>
              <a:defRPr sz="3600" b="1">
                <a:solidFill>
                  <a:srgbClr val="78CE80"/>
                </a:solidFill>
                <a:latin typeface="Arial"/>
                <a:ea typeface="Arial"/>
                <a:cs typeface="Arial"/>
              </a:defRPr>
            </a:lvl6pPr>
            <a:lvl7pPr>
              <a:defRPr sz="3600" b="1">
                <a:solidFill>
                  <a:srgbClr val="78CE80"/>
                </a:solidFill>
                <a:latin typeface="Arial"/>
                <a:ea typeface="Arial"/>
                <a:cs typeface="Arial"/>
              </a:defRPr>
            </a:lvl7pPr>
            <a:lvl8pPr>
              <a:defRPr sz="3600" b="1">
                <a:solidFill>
                  <a:srgbClr val="78CE80"/>
                </a:solidFill>
                <a:latin typeface="Arial"/>
                <a:ea typeface="Arial"/>
                <a:cs typeface="Arial"/>
              </a:defRPr>
            </a:lvl8pPr>
            <a:lvl9pPr>
              <a:defRPr sz="3600" b="1">
                <a:solidFill>
                  <a:srgbClr val="78CE80"/>
                </a:solidFill>
                <a:latin typeface="Arial"/>
                <a:ea typeface="Arial"/>
                <a:cs typeface="Arial"/>
              </a:defRPr>
            </a:lvl9pPr>
          </a:lstStyle>
          <a:p xmlns:a="http://schemas.openxmlformats.org/drawingml/2006/main">
            <a:pPr>
              <a:defRPr sz="3600" b="1">
                <a:solidFill>
                  <a:srgbClr val="78CE80"/>
                </a:solidFill>
                <a:latin typeface="Arial"/>
                <a:ea typeface="Arial"/>
                <a:cs typeface="Arial"/>
              </a:defRPr>
            </a:pPr>
            <a:r>
              <a:rPr sz="3600" b="1">
                <a:solidFill>
                  <a:srgbClr val="78CE80"/>
                </a:solidFill>
                <a:latin typeface="Arial"/>
                <a:ea typeface="Arial"/>
                <a:cs typeface="Arial"/>
              </a:rPr>
              <a:t>3 de 3 UP</a:t>
            </a:r>
          </a:p>
        </p:txBody>
      </p:sp>
      <p:sp>
        <p:nvSpPr>
          <p:cNvPr id="4" name="">
            <a:extLst xmlns:a="http://schemas.openxmlformats.org/drawingml/2006/main">
              <a:ext uri="{FF2B5EF4-FFF2-40B4-BE49-F238E27FC236}">
                <a16:creationId xmlns:a16="http://schemas.microsoft.com/office/drawing/2014/main" id="{C825115B-30E1-4755-8B01-42A2E3F8F36B}"/>
              </a:ext>
            </a:extLst>
          </p:cNvPr>
          <p:cNvSpPr>
            <a:spLocks xmlns:a="http://schemas.openxmlformats.org/drawingml/2006/main" noGrp="1"/>
          </p:cNvSpPr>
          <p:nvPr/>
        </p:nvSpPr>
        <p:spPr>
          <a:xfrm xmlns:a="http://schemas.openxmlformats.org/drawingml/2006/main">
            <a:off x="609600" y="2857500"/>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4F6FA"/>
                </a:solidFill>
                <a:latin typeface="Arial"/>
                <a:ea typeface="Arial"/>
                <a:cs typeface="Arial"/>
              </a:defRPr>
            </a:defPPr>
            <a:lvl1pPr>
              <a:defRPr sz="2025" b="0">
                <a:solidFill>
                  <a:srgbClr val="F4F6FA"/>
                </a:solidFill>
                <a:latin typeface="Arial"/>
                <a:ea typeface="Arial"/>
                <a:cs typeface="Arial"/>
              </a:defRPr>
            </a:lvl1pPr>
            <a:lvl2pPr>
              <a:defRPr sz="2025" b="0">
                <a:solidFill>
                  <a:srgbClr val="F4F6FA"/>
                </a:solidFill>
                <a:latin typeface="Arial"/>
                <a:ea typeface="Arial"/>
                <a:cs typeface="Arial"/>
              </a:defRPr>
            </a:lvl2pPr>
            <a:lvl3pPr>
              <a:defRPr sz="2025" b="0">
                <a:solidFill>
                  <a:srgbClr val="F4F6FA"/>
                </a:solidFill>
                <a:latin typeface="Arial"/>
                <a:ea typeface="Arial"/>
                <a:cs typeface="Arial"/>
              </a:defRPr>
            </a:lvl3pPr>
            <a:lvl4pPr>
              <a:defRPr sz="2025" b="0">
                <a:solidFill>
                  <a:srgbClr val="F4F6FA"/>
                </a:solidFill>
                <a:latin typeface="Arial"/>
                <a:ea typeface="Arial"/>
                <a:cs typeface="Arial"/>
              </a:defRPr>
            </a:lvl4pPr>
            <a:lvl5pPr>
              <a:defRPr sz="2025" b="0">
                <a:solidFill>
                  <a:srgbClr val="F4F6FA"/>
                </a:solidFill>
                <a:latin typeface="Arial"/>
                <a:ea typeface="Arial"/>
                <a:cs typeface="Arial"/>
              </a:defRPr>
            </a:lvl5pPr>
            <a:lvl6pPr>
              <a:defRPr sz="2025" b="0">
                <a:solidFill>
                  <a:srgbClr val="F4F6FA"/>
                </a:solidFill>
                <a:latin typeface="Arial"/>
                <a:ea typeface="Arial"/>
                <a:cs typeface="Arial"/>
              </a:defRPr>
            </a:lvl6pPr>
            <a:lvl7pPr>
              <a:defRPr sz="2025" b="0">
                <a:solidFill>
                  <a:srgbClr val="F4F6FA"/>
                </a:solidFill>
                <a:latin typeface="Arial"/>
                <a:ea typeface="Arial"/>
                <a:cs typeface="Arial"/>
              </a:defRPr>
            </a:lvl7pPr>
            <a:lvl8pPr>
              <a:defRPr sz="2025" b="0">
                <a:solidFill>
                  <a:srgbClr val="F4F6FA"/>
                </a:solidFill>
                <a:latin typeface="Arial"/>
                <a:ea typeface="Arial"/>
                <a:cs typeface="Arial"/>
              </a:defRPr>
            </a:lvl8pPr>
            <a:lvl9pPr>
              <a:defRPr sz="2025" b="0">
                <a:solidFill>
                  <a:srgbClr val="F4F6FA"/>
                </a:solidFill>
                <a:latin typeface="Arial"/>
                <a:ea typeface="Arial"/>
                <a:cs typeface="Arial"/>
              </a:defRPr>
            </a:lvl9pPr>
          </a:lstStyle>
          <a:p xmlns:a="http://schemas.openxmlformats.org/drawingml/2006/main">
            <a:pPr>
              <a:defRPr sz="2025" b="0">
                <a:solidFill>
                  <a:srgbClr val="F4F6FA"/>
                </a:solidFill>
                <a:latin typeface="Arial"/>
                <a:ea typeface="Arial"/>
                <a:cs typeface="Arial"/>
              </a:defRPr>
            </a:pPr>
            <a:r>
              <a:rPr sz="2025" b="0">
                <a:solidFill>
                  <a:srgbClr val="F4F6FA"/>
                </a:solidFill>
                <a:latin typeface="Arial"/>
                <a:ea typeface="Arial"/>
                <a:cs typeface="Arial"/>
              </a:rPr>
              <a:t>Reiniciamos simulación.</a:t>
            </a:r>
          </a:p>
          <a:p xmlns:a="http://schemas.openxmlformats.org/drawingml/2006/main">
            <a:r>
              <a:t/>
            </a:r>
          </a:p>
          <a:p xmlns:a="http://schemas.openxmlformats.org/drawingml/2006/main">
            <a:pPr>
              <a:defRPr sz="2025" b="0">
                <a:solidFill>
                  <a:srgbClr val="F4F6FA"/>
                </a:solidFill>
                <a:latin typeface="Arial"/>
                <a:ea typeface="Arial"/>
                <a:cs typeface="Arial"/>
              </a:defRPr>
            </a:pPr>
            <a:r>
              <a:rPr sz="2025" b="0">
                <a:solidFill>
                  <a:srgbClr val="F4F6FA"/>
                </a:solidFill>
                <a:latin typeface="Arial"/>
                <a:ea typeface="Arial"/>
                <a:cs typeface="Arial"/>
              </a:rPr>
              <a:t>/health/ready devolvió ok.</a:t>
            </a:r>
          </a:p>
          <a:p xmlns:a="http://schemas.openxmlformats.org/drawingml/2006/main">
            <a:pPr>
              <a:defRPr sz="2025" b="0">
                <a:solidFill>
                  <a:srgbClr val="F4F6FA"/>
                </a:solidFill>
                <a:latin typeface="Arial"/>
                <a:ea typeface="Arial"/>
                <a:cs typeface="Arial"/>
              </a:defRPr>
            </a:pPr>
            <a:r>
              <a:rPr sz="2025" b="0">
                <a:solidFill>
                  <a:srgbClr val="F4F6FA"/>
                </a:solidFill>
                <a:latin typeface="Arial"/>
                <a:ea typeface="Arial"/>
                <a:cs typeface="Arial"/>
              </a:rPr>
              <a:t>Prometheus volvió a up = 1.</a:t>
            </a:r>
          </a:p>
          <a:p xmlns:a="http://schemas.openxmlformats.org/drawingml/2006/main">
            <a:pPr>
              <a:defRPr sz="2025" b="0">
                <a:solidFill>
                  <a:srgbClr val="F4F6FA"/>
                </a:solidFill>
                <a:latin typeface="Arial"/>
                <a:ea typeface="Arial"/>
                <a:cs typeface="Arial"/>
              </a:defRPr>
            </a:pPr>
            <a:r>
              <a:rPr sz="2025" b="0">
                <a:solidFill>
                  <a:srgbClr val="F4F6FA"/>
                </a:solidFill>
                <a:latin typeface="Arial"/>
                <a:ea typeface="Arial"/>
                <a:cs typeface="Arial"/>
              </a:rPr>
              <a:t>El historial conservó la caída.</a:t>
            </a:r>
          </a:p>
        </p:txBody>
      </p:sp>
      <p:sp>
        <p:nvSpPr>
          <p:cNvPr id="5" name="">
            <a:extLst xmlns:a="http://schemas.openxmlformats.org/drawingml/2006/main">
              <a:ext uri="{FF2B5EF4-FFF2-40B4-BE49-F238E27FC236}">
                <a16:creationId xmlns:a16="http://schemas.microsoft.com/office/drawing/2014/main" id="{CDE47600-7A33-411E-89D8-C648D2BC5B12}"/>
              </a:ext>
            </a:extLst>
          </p:cNvPr>
          <p:cNvSpPr>
            <a:spLocks xmlns:a="http://schemas.openxmlformats.org/drawingml/2006/main" noGrp="1"/>
          </p:cNvSpPr>
          <p:nvPr/>
        </p:nvSpPr>
        <p:spPr>
          <a:xfrm xmlns:a="http://schemas.openxmlformats.org/drawingml/2006/main">
            <a:off x="609600" y="538162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7C3D1"/>
                </a:solidFill>
                <a:latin typeface="Arial"/>
                <a:ea typeface="Arial"/>
                <a:cs typeface="Arial"/>
              </a:defRPr>
            </a:defPPr>
            <a:lvl1pPr>
              <a:defRPr sz="1875" b="0">
                <a:solidFill>
                  <a:srgbClr val="B7C3D1"/>
                </a:solidFill>
                <a:latin typeface="Arial"/>
                <a:ea typeface="Arial"/>
                <a:cs typeface="Arial"/>
              </a:defRPr>
            </a:lvl1pPr>
            <a:lvl2pPr>
              <a:defRPr sz="1875" b="0">
                <a:solidFill>
                  <a:srgbClr val="B7C3D1"/>
                </a:solidFill>
                <a:latin typeface="Arial"/>
                <a:ea typeface="Arial"/>
                <a:cs typeface="Arial"/>
              </a:defRPr>
            </a:lvl2pPr>
            <a:lvl3pPr>
              <a:defRPr sz="1875" b="0">
                <a:solidFill>
                  <a:srgbClr val="B7C3D1"/>
                </a:solidFill>
                <a:latin typeface="Arial"/>
                <a:ea typeface="Arial"/>
                <a:cs typeface="Arial"/>
              </a:defRPr>
            </a:lvl3pPr>
            <a:lvl4pPr>
              <a:defRPr sz="1875" b="0">
                <a:solidFill>
                  <a:srgbClr val="B7C3D1"/>
                </a:solidFill>
                <a:latin typeface="Arial"/>
                <a:ea typeface="Arial"/>
                <a:cs typeface="Arial"/>
              </a:defRPr>
            </a:lvl4pPr>
            <a:lvl5pPr>
              <a:defRPr sz="1875" b="0">
                <a:solidFill>
                  <a:srgbClr val="B7C3D1"/>
                </a:solidFill>
                <a:latin typeface="Arial"/>
                <a:ea typeface="Arial"/>
                <a:cs typeface="Arial"/>
              </a:defRPr>
            </a:lvl5pPr>
            <a:lvl6pPr>
              <a:defRPr sz="1875" b="0">
                <a:solidFill>
                  <a:srgbClr val="B7C3D1"/>
                </a:solidFill>
                <a:latin typeface="Arial"/>
                <a:ea typeface="Arial"/>
                <a:cs typeface="Arial"/>
              </a:defRPr>
            </a:lvl6pPr>
            <a:lvl7pPr>
              <a:defRPr sz="1875" b="0">
                <a:solidFill>
                  <a:srgbClr val="B7C3D1"/>
                </a:solidFill>
                <a:latin typeface="Arial"/>
                <a:ea typeface="Arial"/>
                <a:cs typeface="Arial"/>
              </a:defRPr>
            </a:lvl7pPr>
            <a:lvl8pPr>
              <a:defRPr sz="1875" b="0">
                <a:solidFill>
                  <a:srgbClr val="B7C3D1"/>
                </a:solidFill>
                <a:latin typeface="Arial"/>
                <a:ea typeface="Arial"/>
                <a:cs typeface="Arial"/>
              </a:defRPr>
            </a:lvl8pPr>
            <a:lvl9pPr>
              <a:defRPr sz="1875" b="0">
                <a:solidFill>
                  <a:srgbClr val="B7C3D1"/>
                </a:solidFill>
                <a:latin typeface="Arial"/>
                <a:ea typeface="Arial"/>
                <a:cs typeface="Arial"/>
              </a:defRPr>
            </a:lvl9pPr>
          </a:lstStyle>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Dos ensayos locales</a:t>
            </a:r>
          </a:p>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registrados con PASS</a:t>
            </a:r>
          </a:p>
        </p:txBody>
      </p:sp>
      <p:pic>
        <p:nvPicPr>
          <p:cNvPr id="6" name="">
            <a:extLst xmlns:a="http://schemas.openxmlformats.org/drawingml/2006/main">
              <a:ext uri="{FF2B5EF4-FFF2-40B4-BE49-F238E27FC236}">
                <a16:creationId xmlns:a16="http://schemas.microsoft.com/office/drawing/2014/main" id="{D2370E32-AF64-48D9-9E74-EB0A0AED2C46}"/>
              </a:ext>
            </a:extLst>
          </p:cNvPr>
          <p:cNvPicPr>
            <a:picLocks xmlns:a="http://schemas.openxmlformats.org/drawingml/2006/main" noChangeAspect="1"/>
          </p:cNvPicPr>
          <p:nvPr/>
        </p:nvPicPr>
        <p:blipFill>
          <a:blip xmlns:r="http://schemas.openxmlformats.org/officeDocument/2006/relationships" xmlns:a="http://schemas.openxmlformats.org/drawingml/2006/main" r:embed="R4b82d015fc534ffc"/>
          <a:stretch xmlns:a="http://schemas.openxmlformats.org/drawingml/2006/main"/>
        </p:blipFill>
        <p:spPr>
          <a:xfrm xmlns:a="http://schemas.openxmlformats.org/drawingml/2006/main">
            <a:off x="4095750" y="1689384"/>
            <a:ext cx="7620000" cy="4098357"/>
          </a:xfrm>
          <a:prstGeom xmlns:a="http://schemas.openxmlformats.org/drawingml/2006/main" prst="rect">
            <a:avLst/>
          </a:prstGeom>
        </p:spPr>
      </p:pic>
    </p:spTree>
    <p:extLst>
      <p:ext uri="{BB962C8B-B14F-4D97-AF65-F5344CB8AC3E}">
        <p14:creationId xmlns:p14="http://schemas.microsoft.com/office/powerpoint/2010/main" val="88690170"/>
      </p:ext>
    </p:extLst>
  </p:cSld>
</p:sld>
</file>

<file path=ppt/slides/slide8.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2DD478-480D-408A-B5A2-7C5098CDB63D}"/>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Ensayo práctico y alcance</a:t>
            </a:r>
          </a:p>
        </p:txBody>
      </p:sp>
      <p:sp>
        <p:nvSpPr>
          <p:cNvPr id="2" name="">
            <a:extLst xmlns:a="http://schemas.openxmlformats.org/drawingml/2006/main">
              <a:ext uri="{FF2B5EF4-FFF2-40B4-BE49-F238E27FC236}">
                <a16:creationId xmlns:a16="http://schemas.microsoft.com/office/drawing/2014/main" id="{6123773A-3543-4BF1-B32E-9C78E45F0101}"/>
              </a:ext>
            </a:extLst>
          </p:cNvPr>
          <p:cNvSpPr>
            <a:spLocks xmlns:a="http://schemas.openxmlformats.org/drawingml/2006/main" noGrp="1"/>
          </p:cNvSpPr>
          <p:nvPr/>
        </p:nvSpPr>
        <p:spPr>
          <a:xfrm xmlns:a="http://schemas.openxmlformats.org/drawingml/2006/main">
            <a:off x="609600" y="644842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08</a:t>
            </a:r>
          </a:p>
        </p:txBody>
      </p:sp>
      <p:sp>
        <p:nvSpPr>
          <p:cNvPr id="3" name="">
            <a:extLst xmlns:a="http://schemas.openxmlformats.org/drawingml/2006/main">
              <a:ext uri="{FF2B5EF4-FFF2-40B4-BE49-F238E27FC236}">
                <a16:creationId xmlns:a16="http://schemas.microsoft.com/office/drawing/2014/main" id="{C42E1364-A900-4CB9-9BD1-20C564F39479}"/>
              </a:ext>
            </a:extLst>
          </p:cNvPr>
          <p:cNvSpPr>
            <a:spLocks xmlns:a="http://schemas.openxmlformats.org/drawingml/2006/main" noGrp="1"/>
          </p:cNvSpPr>
          <p:nvPr/>
        </p:nvSpPr>
        <p:spPr>
          <a:xfrm xmlns:a="http://schemas.openxmlformats.org/drawingml/2006/main">
            <a:off x="609600" y="1619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FF9933"/>
                </a:solidFill>
                <a:latin typeface="Arial"/>
                <a:ea typeface="Arial"/>
                <a:cs typeface="Arial"/>
              </a:defRPr>
            </a:defPPr>
            <a:lvl1pPr>
              <a:defRPr sz="2700" b="1">
                <a:solidFill>
                  <a:srgbClr val="FF9933"/>
                </a:solidFill>
                <a:latin typeface="Arial"/>
                <a:ea typeface="Arial"/>
                <a:cs typeface="Arial"/>
              </a:defRPr>
            </a:lvl1pPr>
            <a:lvl2pPr>
              <a:defRPr sz="2700" b="1">
                <a:solidFill>
                  <a:srgbClr val="FF9933"/>
                </a:solidFill>
                <a:latin typeface="Arial"/>
                <a:ea typeface="Arial"/>
                <a:cs typeface="Arial"/>
              </a:defRPr>
            </a:lvl2pPr>
            <a:lvl3pPr>
              <a:defRPr sz="2700" b="1">
                <a:solidFill>
                  <a:srgbClr val="FF9933"/>
                </a:solidFill>
                <a:latin typeface="Arial"/>
                <a:ea typeface="Arial"/>
                <a:cs typeface="Arial"/>
              </a:defRPr>
            </a:lvl3pPr>
            <a:lvl4pPr>
              <a:defRPr sz="2700" b="1">
                <a:solidFill>
                  <a:srgbClr val="FF9933"/>
                </a:solidFill>
                <a:latin typeface="Arial"/>
                <a:ea typeface="Arial"/>
                <a:cs typeface="Arial"/>
              </a:defRPr>
            </a:lvl4pPr>
            <a:lvl5pPr>
              <a:defRPr sz="2700" b="1">
                <a:solidFill>
                  <a:srgbClr val="FF9933"/>
                </a:solidFill>
                <a:latin typeface="Arial"/>
                <a:ea typeface="Arial"/>
                <a:cs typeface="Arial"/>
              </a:defRPr>
            </a:lvl5pPr>
            <a:lvl6pPr>
              <a:defRPr sz="2700" b="1">
                <a:solidFill>
                  <a:srgbClr val="FF9933"/>
                </a:solidFill>
                <a:latin typeface="Arial"/>
                <a:ea typeface="Arial"/>
                <a:cs typeface="Arial"/>
              </a:defRPr>
            </a:lvl6pPr>
            <a:lvl7pPr>
              <a:defRPr sz="2700" b="1">
                <a:solidFill>
                  <a:srgbClr val="FF9933"/>
                </a:solidFill>
                <a:latin typeface="Arial"/>
                <a:ea typeface="Arial"/>
                <a:cs typeface="Arial"/>
              </a:defRPr>
            </a:lvl7pPr>
            <a:lvl8pPr>
              <a:defRPr sz="2700" b="1">
                <a:solidFill>
                  <a:srgbClr val="FF9933"/>
                </a:solidFill>
                <a:latin typeface="Arial"/>
                <a:ea typeface="Arial"/>
                <a:cs typeface="Arial"/>
              </a:defRPr>
            </a:lvl8pPr>
            <a:lvl9pPr>
              <a:defRPr sz="2700" b="1">
                <a:solidFill>
                  <a:srgbClr val="FF9933"/>
                </a:solidFill>
                <a:latin typeface="Arial"/>
                <a:ea typeface="Arial"/>
                <a:cs typeface="Arial"/>
              </a:defRPr>
            </a:lvl9pPr>
          </a:lstStyle>
          <a:p xmlns:a="http://schemas.openxmlformats.org/drawingml/2006/main">
            <a:pPr>
              <a:defRPr sz="2700" b="1">
                <a:solidFill>
                  <a:srgbClr val="FF9933"/>
                </a:solidFill>
                <a:latin typeface="Arial"/>
                <a:ea typeface="Arial"/>
                <a:cs typeface="Arial"/>
              </a:defRPr>
            </a:pPr>
            <a:r>
              <a:rPr sz="2700" b="1">
                <a:solidFill>
                  <a:srgbClr val="FF9933"/>
                </a:solidFill>
                <a:latin typeface="Arial"/>
                <a:ea typeface="Arial"/>
                <a:cs typeface="Arial"/>
              </a:rPr>
              <a:t>Demostración en vivo</a:t>
            </a:r>
          </a:p>
        </p:txBody>
      </p:sp>
      <p:sp>
        <p:nvSpPr>
          <p:cNvPr id="4" name="">
            <a:extLst xmlns:a="http://schemas.openxmlformats.org/drawingml/2006/main">
              <a:ext uri="{FF2B5EF4-FFF2-40B4-BE49-F238E27FC236}">
                <a16:creationId xmlns:a16="http://schemas.microsoft.com/office/drawing/2014/main" id="{60546194-88BE-48CF-B294-BEC5E5119FF3}"/>
              </a:ext>
            </a:extLst>
          </p:cNvPr>
          <p:cNvSpPr>
            <a:spLocks xmlns:a="http://schemas.openxmlformats.org/drawingml/2006/main" noGrp="1"/>
          </p:cNvSpPr>
          <p:nvPr/>
        </p:nvSpPr>
        <p:spPr>
          <a:xfrm xmlns:a="http://schemas.openxmlformats.org/drawingml/2006/main">
            <a:off x="609600" y="2524125"/>
            <a:ext cx="6096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F4F6FA"/>
                </a:solidFill>
                <a:latin typeface="Arial"/>
                <a:ea typeface="Arial"/>
                <a:cs typeface="Arial"/>
              </a:defRPr>
            </a:defPPr>
            <a:lvl1pPr>
              <a:defRPr sz="2250" b="0">
                <a:solidFill>
                  <a:srgbClr val="F4F6FA"/>
                </a:solidFill>
                <a:latin typeface="Arial"/>
                <a:ea typeface="Arial"/>
                <a:cs typeface="Arial"/>
              </a:defRPr>
            </a:lvl1pPr>
            <a:lvl2pPr>
              <a:defRPr sz="2250" b="0">
                <a:solidFill>
                  <a:srgbClr val="F4F6FA"/>
                </a:solidFill>
                <a:latin typeface="Arial"/>
                <a:ea typeface="Arial"/>
                <a:cs typeface="Arial"/>
              </a:defRPr>
            </a:lvl2pPr>
            <a:lvl3pPr>
              <a:defRPr sz="2250" b="0">
                <a:solidFill>
                  <a:srgbClr val="F4F6FA"/>
                </a:solidFill>
                <a:latin typeface="Arial"/>
                <a:ea typeface="Arial"/>
                <a:cs typeface="Arial"/>
              </a:defRPr>
            </a:lvl3pPr>
            <a:lvl4pPr>
              <a:defRPr sz="2250" b="0">
                <a:solidFill>
                  <a:srgbClr val="F4F6FA"/>
                </a:solidFill>
                <a:latin typeface="Arial"/>
                <a:ea typeface="Arial"/>
                <a:cs typeface="Arial"/>
              </a:defRPr>
            </a:lvl4pPr>
            <a:lvl5pPr>
              <a:defRPr sz="2250" b="0">
                <a:solidFill>
                  <a:srgbClr val="F4F6FA"/>
                </a:solidFill>
                <a:latin typeface="Arial"/>
                <a:ea typeface="Arial"/>
                <a:cs typeface="Arial"/>
              </a:defRPr>
            </a:lvl5pPr>
            <a:lvl6pPr>
              <a:defRPr sz="2250" b="0">
                <a:solidFill>
                  <a:srgbClr val="F4F6FA"/>
                </a:solidFill>
                <a:latin typeface="Arial"/>
                <a:ea typeface="Arial"/>
                <a:cs typeface="Arial"/>
              </a:defRPr>
            </a:lvl6pPr>
            <a:lvl7pPr>
              <a:defRPr sz="2250" b="0">
                <a:solidFill>
                  <a:srgbClr val="F4F6FA"/>
                </a:solidFill>
                <a:latin typeface="Arial"/>
                <a:ea typeface="Arial"/>
                <a:cs typeface="Arial"/>
              </a:defRPr>
            </a:lvl7pPr>
            <a:lvl8pPr>
              <a:defRPr sz="2250" b="0">
                <a:solidFill>
                  <a:srgbClr val="F4F6FA"/>
                </a:solidFill>
                <a:latin typeface="Arial"/>
                <a:ea typeface="Arial"/>
                <a:cs typeface="Arial"/>
              </a:defRPr>
            </a:lvl8pPr>
            <a:lvl9pPr>
              <a:defRPr sz="2250" b="0">
                <a:solidFill>
                  <a:srgbClr val="F4F6FA"/>
                </a:solidFill>
                <a:latin typeface="Arial"/>
                <a:ea typeface="Arial"/>
                <a:cs typeface="Arial"/>
              </a:defRPr>
            </a:lvl9pPr>
          </a:lstStyle>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1. Mostrar los tres servicios UP</a:t>
            </a:r>
          </a:p>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2. Ejecutar el ensayo guiado</a:t>
            </a:r>
          </a:p>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3. Mostrar la caída de simulación</a:t>
            </a:r>
          </a:p>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4. Recuperar y comprobar los tres UP</a:t>
            </a:r>
          </a:p>
        </p:txBody>
      </p:sp>
      <p:sp>
        <p:nvSpPr>
          <p:cNvPr id="5" name="">
            <a:extLst xmlns:a="http://schemas.openxmlformats.org/drawingml/2006/main">
              <a:ext uri="{FF2B5EF4-FFF2-40B4-BE49-F238E27FC236}">
                <a16:creationId xmlns:a16="http://schemas.microsoft.com/office/drawing/2014/main" id="{819E7BA4-F3AE-45AB-A0AE-D0632C8EC1FD}"/>
              </a:ext>
            </a:extLst>
          </p:cNvPr>
          <p:cNvSpPr>
            <a:spLocks xmlns:a="http://schemas.openxmlformats.org/drawingml/2006/main" noGrp="1"/>
          </p:cNvSpPr>
          <p:nvPr/>
        </p:nvSpPr>
        <p:spPr>
          <a:xfrm xmlns:a="http://schemas.openxmlformats.org/drawingml/2006/main">
            <a:off x="7762875" y="161925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8CE80"/>
                </a:solidFill>
                <a:latin typeface="Arial"/>
                <a:ea typeface="Arial"/>
                <a:cs typeface="Arial"/>
              </a:defRPr>
            </a:defPPr>
            <a:lvl1pPr>
              <a:defRPr sz="2400" b="1">
                <a:solidFill>
                  <a:srgbClr val="78CE80"/>
                </a:solidFill>
                <a:latin typeface="Arial"/>
                <a:ea typeface="Arial"/>
                <a:cs typeface="Arial"/>
              </a:defRPr>
            </a:lvl1pPr>
            <a:lvl2pPr>
              <a:defRPr sz="2400" b="1">
                <a:solidFill>
                  <a:srgbClr val="78CE80"/>
                </a:solidFill>
                <a:latin typeface="Arial"/>
                <a:ea typeface="Arial"/>
                <a:cs typeface="Arial"/>
              </a:defRPr>
            </a:lvl2pPr>
            <a:lvl3pPr>
              <a:defRPr sz="2400" b="1">
                <a:solidFill>
                  <a:srgbClr val="78CE80"/>
                </a:solidFill>
                <a:latin typeface="Arial"/>
                <a:ea typeface="Arial"/>
                <a:cs typeface="Arial"/>
              </a:defRPr>
            </a:lvl3pPr>
            <a:lvl4pPr>
              <a:defRPr sz="2400" b="1">
                <a:solidFill>
                  <a:srgbClr val="78CE80"/>
                </a:solidFill>
                <a:latin typeface="Arial"/>
                <a:ea typeface="Arial"/>
                <a:cs typeface="Arial"/>
              </a:defRPr>
            </a:lvl4pPr>
            <a:lvl5pPr>
              <a:defRPr sz="2400" b="1">
                <a:solidFill>
                  <a:srgbClr val="78CE80"/>
                </a:solidFill>
                <a:latin typeface="Arial"/>
                <a:ea typeface="Arial"/>
                <a:cs typeface="Arial"/>
              </a:defRPr>
            </a:lvl5pPr>
            <a:lvl6pPr>
              <a:defRPr sz="2400" b="1">
                <a:solidFill>
                  <a:srgbClr val="78CE80"/>
                </a:solidFill>
                <a:latin typeface="Arial"/>
                <a:ea typeface="Arial"/>
                <a:cs typeface="Arial"/>
              </a:defRPr>
            </a:lvl6pPr>
            <a:lvl7pPr>
              <a:defRPr sz="2400" b="1">
                <a:solidFill>
                  <a:srgbClr val="78CE80"/>
                </a:solidFill>
                <a:latin typeface="Arial"/>
                <a:ea typeface="Arial"/>
                <a:cs typeface="Arial"/>
              </a:defRPr>
            </a:lvl7pPr>
            <a:lvl8pPr>
              <a:defRPr sz="2400" b="1">
                <a:solidFill>
                  <a:srgbClr val="78CE80"/>
                </a:solidFill>
                <a:latin typeface="Arial"/>
                <a:ea typeface="Arial"/>
                <a:cs typeface="Arial"/>
              </a:defRPr>
            </a:lvl8pPr>
            <a:lvl9pPr>
              <a:defRPr sz="2400" b="1">
                <a:solidFill>
                  <a:srgbClr val="78CE80"/>
                </a:solidFill>
                <a:latin typeface="Arial"/>
                <a:ea typeface="Arial"/>
                <a:cs typeface="Arial"/>
              </a:defRPr>
            </a:lvl9pPr>
          </a:lstStyle>
          <a:p xmlns:a="http://schemas.openxmlformats.org/drawingml/2006/main">
            <a:pPr>
              <a:defRPr sz="2400" b="1">
                <a:solidFill>
                  <a:srgbClr val="78CE80"/>
                </a:solidFill>
                <a:latin typeface="Arial"/>
                <a:ea typeface="Arial"/>
                <a:cs typeface="Arial"/>
              </a:defRPr>
            </a:pPr>
            <a:r>
              <a:rPr sz="2400" b="1">
                <a:solidFill>
                  <a:srgbClr val="78CE80"/>
                </a:solidFill>
                <a:latin typeface="Arial"/>
                <a:ea typeface="Arial"/>
                <a:cs typeface="Arial"/>
              </a:rPr>
              <a:t>Resultado demostrado</a:t>
            </a:r>
          </a:p>
        </p:txBody>
      </p:sp>
      <p:sp>
        <p:nvSpPr>
          <p:cNvPr id="6" name="">
            <a:extLst xmlns:a="http://schemas.openxmlformats.org/drawingml/2006/main">
              <a:ext uri="{FF2B5EF4-FFF2-40B4-BE49-F238E27FC236}">
                <a16:creationId xmlns:a16="http://schemas.microsoft.com/office/drawing/2014/main" id="{DC5B30FB-E788-455B-80CD-8B178D15F045}"/>
              </a:ext>
            </a:extLst>
          </p:cNvPr>
          <p:cNvSpPr>
            <a:spLocks xmlns:a="http://schemas.openxmlformats.org/drawingml/2006/main" noGrp="1"/>
          </p:cNvSpPr>
          <p:nvPr/>
        </p:nvSpPr>
        <p:spPr>
          <a:xfrm xmlns:a="http://schemas.openxmlformats.org/drawingml/2006/main">
            <a:off x="7762875" y="2428875"/>
            <a:ext cx="3714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6FA"/>
                </a:solidFill>
                <a:latin typeface="Arial"/>
                <a:ea typeface="Arial"/>
                <a:cs typeface="Arial"/>
              </a:defRPr>
            </a:defPPr>
            <a:lvl1pPr>
              <a:defRPr sz="2175" b="0">
                <a:solidFill>
                  <a:srgbClr val="F4F6FA"/>
                </a:solidFill>
                <a:latin typeface="Arial"/>
                <a:ea typeface="Arial"/>
                <a:cs typeface="Arial"/>
              </a:defRPr>
            </a:lvl1pPr>
            <a:lvl2pPr>
              <a:defRPr sz="2175" b="0">
                <a:solidFill>
                  <a:srgbClr val="F4F6FA"/>
                </a:solidFill>
                <a:latin typeface="Arial"/>
                <a:ea typeface="Arial"/>
                <a:cs typeface="Arial"/>
              </a:defRPr>
            </a:lvl2pPr>
            <a:lvl3pPr>
              <a:defRPr sz="2175" b="0">
                <a:solidFill>
                  <a:srgbClr val="F4F6FA"/>
                </a:solidFill>
                <a:latin typeface="Arial"/>
                <a:ea typeface="Arial"/>
                <a:cs typeface="Arial"/>
              </a:defRPr>
            </a:lvl3pPr>
            <a:lvl4pPr>
              <a:defRPr sz="2175" b="0">
                <a:solidFill>
                  <a:srgbClr val="F4F6FA"/>
                </a:solidFill>
                <a:latin typeface="Arial"/>
                <a:ea typeface="Arial"/>
                <a:cs typeface="Arial"/>
              </a:defRPr>
            </a:lvl4pPr>
            <a:lvl5pPr>
              <a:defRPr sz="2175" b="0">
                <a:solidFill>
                  <a:srgbClr val="F4F6FA"/>
                </a:solidFill>
                <a:latin typeface="Arial"/>
                <a:ea typeface="Arial"/>
                <a:cs typeface="Arial"/>
              </a:defRPr>
            </a:lvl5pPr>
            <a:lvl6pPr>
              <a:defRPr sz="2175" b="0">
                <a:solidFill>
                  <a:srgbClr val="F4F6FA"/>
                </a:solidFill>
                <a:latin typeface="Arial"/>
                <a:ea typeface="Arial"/>
                <a:cs typeface="Arial"/>
              </a:defRPr>
            </a:lvl6pPr>
            <a:lvl7pPr>
              <a:defRPr sz="2175" b="0">
                <a:solidFill>
                  <a:srgbClr val="F4F6FA"/>
                </a:solidFill>
                <a:latin typeface="Arial"/>
                <a:ea typeface="Arial"/>
                <a:cs typeface="Arial"/>
              </a:defRPr>
            </a:lvl7pPr>
            <a:lvl8pPr>
              <a:defRPr sz="2175" b="0">
                <a:solidFill>
                  <a:srgbClr val="F4F6FA"/>
                </a:solidFill>
                <a:latin typeface="Arial"/>
                <a:ea typeface="Arial"/>
                <a:cs typeface="Arial"/>
              </a:defRPr>
            </a:lvl8pPr>
            <a:lvl9pPr>
              <a:defRPr sz="2175" b="0">
                <a:solidFill>
                  <a:srgbClr val="F4F6FA"/>
                </a:solidFill>
                <a:latin typeface="Arial"/>
                <a:ea typeface="Arial"/>
                <a:cs typeface="Arial"/>
              </a:defRPr>
            </a:lvl9pPr>
          </a:lstStyle>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Detectamos la caída y</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comprobamos el reinicio</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con métricas reales.</a:t>
            </a:r>
          </a:p>
        </p:txBody>
      </p:sp>
      <p:sp>
        <p:nvSpPr>
          <p:cNvPr id="7" name="">
            <a:extLst xmlns:a="http://schemas.openxmlformats.org/drawingml/2006/main">
              <a:ext uri="{FF2B5EF4-FFF2-40B4-BE49-F238E27FC236}">
                <a16:creationId xmlns:a16="http://schemas.microsoft.com/office/drawing/2014/main" id="{E2BC269D-AB8E-4DE3-9C6D-DC483EF937C0}"/>
              </a:ext>
            </a:extLst>
          </p:cNvPr>
          <p:cNvSpPr>
            <a:spLocks xmlns:a="http://schemas.openxmlformats.org/drawingml/2006/main" noGrp="1"/>
          </p:cNvSpPr>
          <p:nvPr/>
        </p:nvSpPr>
        <p:spPr>
          <a:xfrm xmlns:a="http://schemas.openxmlformats.org/drawingml/2006/main">
            <a:off x="7762875" y="4429125"/>
            <a:ext cx="371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7C3D1"/>
                </a:solidFill>
                <a:latin typeface="Arial"/>
                <a:ea typeface="Arial"/>
                <a:cs typeface="Arial"/>
              </a:defRPr>
            </a:defPPr>
            <a:lvl1pPr>
              <a:defRPr sz="1875" b="0">
                <a:solidFill>
                  <a:srgbClr val="B7C3D1"/>
                </a:solidFill>
                <a:latin typeface="Arial"/>
                <a:ea typeface="Arial"/>
                <a:cs typeface="Arial"/>
              </a:defRPr>
            </a:lvl1pPr>
            <a:lvl2pPr>
              <a:defRPr sz="1875" b="0">
                <a:solidFill>
                  <a:srgbClr val="B7C3D1"/>
                </a:solidFill>
                <a:latin typeface="Arial"/>
                <a:ea typeface="Arial"/>
                <a:cs typeface="Arial"/>
              </a:defRPr>
            </a:lvl2pPr>
            <a:lvl3pPr>
              <a:defRPr sz="1875" b="0">
                <a:solidFill>
                  <a:srgbClr val="B7C3D1"/>
                </a:solidFill>
                <a:latin typeface="Arial"/>
                <a:ea typeface="Arial"/>
                <a:cs typeface="Arial"/>
              </a:defRPr>
            </a:lvl3pPr>
            <a:lvl4pPr>
              <a:defRPr sz="1875" b="0">
                <a:solidFill>
                  <a:srgbClr val="B7C3D1"/>
                </a:solidFill>
                <a:latin typeface="Arial"/>
                <a:ea typeface="Arial"/>
                <a:cs typeface="Arial"/>
              </a:defRPr>
            </a:lvl4pPr>
            <a:lvl5pPr>
              <a:defRPr sz="1875" b="0">
                <a:solidFill>
                  <a:srgbClr val="B7C3D1"/>
                </a:solidFill>
                <a:latin typeface="Arial"/>
                <a:ea typeface="Arial"/>
                <a:cs typeface="Arial"/>
              </a:defRPr>
            </a:lvl5pPr>
            <a:lvl6pPr>
              <a:defRPr sz="1875" b="0">
                <a:solidFill>
                  <a:srgbClr val="B7C3D1"/>
                </a:solidFill>
                <a:latin typeface="Arial"/>
                <a:ea typeface="Arial"/>
                <a:cs typeface="Arial"/>
              </a:defRPr>
            </a:lvl6pPr>
            <a:lvl7pPr>
              <a:defRPr sz="1875" b="0">
                <a:solidFill>
                  <a:srgbClr val="B7C3D1"/>
                </a:solidFill>
                <a:latin typeface="Arial"/>
                <a:ea typeface="Arial"/>
                <a:cs typeface="Arial"/>
              </a:defRPr>
            </a:lvl7pPr>
            <a:lvl8pPr>
              <a:defRPr sz="1875" b="0">
                <a:solidFill>
                  <a:srgbClr val="B7C3D1"/>
                </a:solidFill>
                <a:latin typeface="Arial"/>
                <a:ea typeface="Arial"/>
                <a:cs typeface="Arial"/>
              </a:defRPr>
            </a:lvl8pPr>
            <a:lvl9pPr>
              <a:defRPr sz="1875" b="0">
                <a:solidFill>
                  <a:srgbClr val="B7C3D1"/>
                </a:solidFill>
                <a:latin typeface="Arial"/>
                <a:ea typeface="Arial"/>
                <a:cs typeface="Arial"/>
              </a:defRPr>
            </a:lvl9pPr>
          </a:lstStyle>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Pendiente: alertas automáticas,</a:t>
            </a:r>
          </a:p>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operación continua y validación</a:t>
            </a:r>
          </a:p>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de disponibilidad en producción.</a:t>
            </a:r>
          </a:p>
        </p:txBody>
      </p:sp>
      <p:sp>
        <p:nvSpPr>
          <p:cNvPr id="8" name="">
            <a:extLst xmlns:a="http://schemas.openxmlformats.org/drawingml/2006/main">
              <a:ext uri="{FF2B5EF4-FFF2-40B4-BE49-F238E27FC236}">
                <a16:creationId xmlns:a16="http://schemas.microsoft.com/office/drawing/2014/main" id="{A2282425-B83B-40AB-ADB8-062D9282A433}"/>
              </a:ext>
            </a:extLst>
          </p:cNvPr>
          <p:cNvSpPr>
            <a:spLocks xmlns:a="http://schemas.openxmlformats.org/drawingml/2006/main" noGrp="1"/>
          </p:cNvSpPr>
          <p:nvPr/>
        </p:nvSpPr>
        <p:spPr>
          <a:xfrm xmlns:a="http://schemas.openxmlformats.org/drawingml/2006/main">
            <a:off x="609600" y="5619750"/>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7C3D1"/>
                </a:solidFill>
                <a:latin typeface="Arial"/>
                <a:ea typeface="Arial"/>
                <a:cs typeface="Arial"/>
              </a:defRPr>
            </a:defPPr>
            <a:lvl1pPr>
              <a:defRPr sz="1875" b="0">
                <a:solidFill>
                  <a:srgbClr val="B7C3D1"/>
                </a:solidFill>
                <a:latin typeface="Arial"/>
                <a:ea typeface="Arial"/>
                <a:cs typeface="Arial"/>
              </a:defRPr>
            </a:lvl1pPr>
            <a:lvl2pPr>
              <a:defRPr sz="1875" b="0">
                <a:solidFill>
                  <a:srgbClr val="B7C3D1"/>
                </a:solidFill>
                <a:latin typeface="Arial"/>
                <a:ea typeface="Arial"/>
                <a:cs typeface="Arial"/>
              </a:defRPr>
            </a:lvl2pPr>
            <a:lvl3pPr>
              <a:defRPr sz="1875" b="0">
                <a:solidFill>
                  <a:srgbClr val="B7C3D1"/>
                </a:solidFill>
                <a:latin typeface="Arial"/>
                <a:ea typeface="Arial"/>
                <a:cs typeface="Arial"/>
              </a:defRPr>
            </a:lvl3pPr>
            <a:lvl4pPr>
              <a:defRPr sz="1875" b="0">
                <a:solidFill>
                  <a:srgbClr val="B7C3D1"/>
                </a:solidFill>
                <a:latin typeface="Arial"/>
                <a:ea typeface="Arial"/>
                <a:cs typeface="Arial"/>
              </a:defRPr>
            </a:lvl4pPr>
            <a:lvl5pPr>
              <a:defRPr sz="1875" b="0">
                <a:solidFill>
                  <a:srgbClr val="B7C3D1"/>
                </a:solidFill>
                <a:latin typeface="Arial"/>
                <a:ea typeface="Arial"/>
                <a:cs typeface="Arial"/>
              </a:defRPr>
            </a:lvl5pPr>
            <a:lvl6pPr>
              <a:defRPr sz="1875" b="0">
                <a:solidFill>
                  <a:srgbClr val="B7C3D1"/>
                </a:solidFill>
                <a:latin typeface="Arial"/>
                <a:ea typeface="Arial"/>
                <a:cs typeface="Arial"/>
              </a:defRPr>
            </a:lvl6pPr>
            <a:lvl7pPr>
              <a:defRPr sz="1875" b="0">
                <a:solidFill>
                  <a:srgbClr val="B7C3D1"/>
                </a:solidFill>
                <a:latin typeface="Arial"/>
                <a:ea typeface="Arial"/>
                <a:cs typeface="Arial"/>
              </a:defRPr>
            </a:lvl7pPr>
            <a:lvl8pPr>
              <a:defRPr sz="1875" b="0">
                <a:solidFill>
                  <a:srgbClr val="B7C3D1"/>
                </a:solidFill>
                <a:latin typeface="Arial"/>
                <a:ea typeface="Arial"/>
                <a:cs typeface="Arial"/>
              </a:defRPr>
            </a:lvl8pPr>
            <a:lvl9pPr>
              <a:defRPr sz="1875" b="0">
                <a:solidFill>
                  <a:srgbClr val="B7C3D1"/>
                </a:solidFill>
                <a:latin typeface="Arial"/>
                <a:ea typeface="Arial"/>
                <a:cs typeface="Arial"/>
              </a:defRPr>
            </a:lvl9pPr>
          </a:lstStyle>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Comandos y recuperación en la guía práctica adjunta</a:t>
            </a:r>
          </a:p>
        </p:txBody>
      </p:sp>
    </p:spTree>
    <p:extLst>
      <p:ext uri="{BB962C8B-B14F-4D97-AF65-F5344CB8AC3E}">
        <p14:creationId xmlns:p14="http://schemas.microsoft.com/office/powerpoint/2010/main" val="4044091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2026-10-20T07:21:55.3590000Z</dcterms:created>
  <dcterms:modified xsi:type="dcterms:W3CDTF">2026-10-20T07:21:55.3590000Z</dcterms:modified>
</coreProperties>
</file>