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af4005be954d65" /><Relationship Type="http://schemas.openxmlformats.org/officeDocument/2006/relationships/extended-properties" Target="/docProps/app.xml" Id="Rcdf6057b9e0f4f2b" /><Relationship Type="http://schemas.openxmlformats.org/officeDocument/2006/relationships/officeDocument" Target="/ppt/presentation.xml" Id="Rbb8e2c50be0944dd" /></Relationships>
</file>

<file path=ppt/presentation.xml><?xml version="1.0" encoding="utf-8"?>
<p:presentation xmlns:p="http://schemas.openxmlformats.org/presentationml/2006/main">
  <p:sldMasterIdLst>
    <p:sldMasterId xmlns:r="http://schemas.openxmlformats.org/officeDocument/2006/relationships" id="2147483648" r:id="R1edd5847f78f4b2d"/>
  </p:sldMasterIdLst>
  <p:notesMasterIdLst>
    <p:notesMasterId xmlns:r="http://schemas.openxmlformats.org/officeDocument/2006/relationships" r:id="Rc1378262aa434ce4"/>
  </p:notesMasterIdLst>
  <p:sldIdLst>
    <p:sldId xmlns:r="http://schemas.openxmlformats.org/officeDocument/2006/relationships" id="256" r:id="R89c22faa698f4768"/>
    <p:sldId xmlns:r="http://schemas.openxmlformats.org/officeDocument/2006/relationships" id="257" r:id="Ra80cf0fc0c214595"/>
    <p:sldId xmlns:r="http://schemas.openxmlformats.org/officeDocument/2006/relationships" id="258" r:id="R903407240a654afd"/>
    <p:sldId xmlns:r="http://schemas.openxmlformats.org/officeDocument/2006/relationships" id="259" r:id="R4f9260641a6c4b1a"/>
    <p:sldId xmlns:r="http://schemas.openxmlformats.org/officeDocument/2006/relationships" id="260" r:id="R7d0aa6eac8364d7c"/>
    <p:sldId xmlns:r="http://schemas.openxmlformats.org/officeDocument/2006/relationships" id="261" r:id="R7b1ed91bb2cb44a6"/>
    <p:sldId xmlns:r="http://schemas.openxmlformats.org/officeDocument/2006/relationships" id="262" r:id="R4d0b99fbf3bc41c5"/>
    <p:sldId xmlns:r="http://schemas.openxmlformats.org/officeDocument/2006/relationships" id="263" r:id="R43e5a858db67486a"/>
    <p:sldId xmlns:r="http://schemas.openxmlformats.org/officeDocument/2006/relationships" id="264" r:id="Rfea4c8e3e55140e5"/>
    <p:sldId xmlns:r="http://schemas.openxmlformats.org/officeDocument/2006/relationships" id="265" r:id="R40202a12392649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6ee713b7aa4413" /><Relationship Type="http://schemas.openxmlformats.org/officeDocument/2006/relationships/slideMaster" Target="/ppt/slideMasters/slideMaster1.xml" Id="R1edd5847f78f4b2d" /><Relationship Type="http://schemas.openxmlformats.org/officeDocument/2006/relationships/notesMaster" Target="/ppt/notesMasters/notesMaster1.xml" Id="Rc1378262aa434ce4" /><Relationship Type="http://schemas.openxmlformats.org/officeDocument/2006/relationships/presProps" Target="/ppt/presProps.xml" Id="Rb8787ee6030a46a8" /><Relationship Type="http://schemas.openxmlformats.org/officeDocument/2006/relationships/tableStyles" Target="/ppt/tableStyles.xml" Id="R360dc23b24af4204" /><Relationship Type="http://schemas.openxmlformats.org/officeDocument/2006/relationships/slide" Target="/ppt/slides/slide1.xml" Id="R89c22faa698f4768" /><Relationship Type="http://schemas.openxmlformats.org/officeDocument/2006/relationships/slide" Target="/ppt/slides/slide2.xml" Id="Ra80cf0fc0c214595" /><Relationship Type="http://schemas.openxmlformats.org/officeDocument/2006/relationships/slide" Target="/ppt/slides/slide3.xml" Id="R903407240a654afd" /><Relationship Type="http://schemas.openxmlformats.org/officeDocument/2006/relationships/slide" Target="/ppt/slides/slide4.xml" Id="R4f9260641a6c4b1a" /><Relationship Type="http://schemas.openxmlformats.org/officeDocument/2006/relationships/slide" Target="/ppt/slides/slide5.xml" Id="R7d0aa6eac8364d7c" /><Relationship Type="http://schemas.openxmlformats.org/officeDocument/2006/relationships/slide" Target="/ppt/slides/slide6.xml" Id="R7b1ed91bb2cb44a6" /><Relationship Type="http://schemas.openxmlformats.org/officeDocument/2006/relationships/slide" Target="/ppt/slides/slide7.xml" Id="R4d0b99fbf3bc41c5" /><Relationship Type="http://schemas.openxmlformats.org/officeDocument/2006/relationships/slide" Target="/ppt/slides/slide8.xml" Id="R43e5a858db67486a" /><Relationship Type="http://schemas.openxmlformats.org/officeDocument/2006/relationships/slide" Target="/ppt/slides/slide9.xml" Id="Rfea4c8e3e55140e5" /><Relationship Type="http://schemas.openxmlformats.org/officeDocument/2006/relationships/slide" Target="/ppt/slides/slide10.xml" Id="R40202a12392649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a1d5c4447c41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9324f174d042b3" /><Relationship Type="http://schemas.openxmlformats.org/officeDocument/2006/relationships/notesMaster" Target="/ppt/notesMasters/notesMaster1.xml" Id="R3402d089054042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dc9cabfc5742b1" /><Relationship Type="http://schemas.openxmlformats.org/officeDocument/2006/relationships/notesMaster" Target="/ppt/notesMasters/notesMaster1.xml" Id="Rda87319c03b547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4dd71a20f341d9" /><Relationship Type="http://schemas.openxmlformats.org/officeDocument/2006/relationships/notesMaster" Target="/ppt/notesMasters/notesMaster1.xml" Id="R8057449cf9724e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9b6c18a1974084" /><Relationship Type="http://schemas.openxmlformats.org/officeDocument/2006/relationships/notesMaster" Target="/ppt/notesMasters/notesMaster1.xml" Id="Rb22d3554ee594f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72ae92e8434fb2" /><Relationship Type="http://schemas.openxmlformats.org/officeDocument/2006/relationships/notesMaster" Target="/ppt/notesMasters/notesMaster1.xml" Id="R040d28d9436f47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cb47621b0a4009" /><Relationship Type="http://schemas.openxmlformats.org/officeDocument/2006/relationships/notesMaster" Target="/ppt/notesMasters/notesMaster1.xml" Id="Rf46137abc94443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0b4e238e8c4c45" /><Relationship Type="http://schemas.openxmlformats.org/officeDocument/2006/relationships/notesMaster" Target="/ppt/notesMasters/notesMaster1.xml" Id="R7fe07c664a5145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caa00a3fc3424d" /><Relationship Type="http://schemas.openxmlformats.org/officeDocument/2006/relationships/notesMaster" Target="/ppt/notesMasters/notesMaster1.xml" Id="Rc35debe9537747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9439b2c13d4333" /><Relationship Type="http://schemas.openxmlformats.org/officeDocument/2006/relationships/notesMaster" Target="/ppt/notesMasters/notesMaster1.xml" Id="R4b69884422644c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d34304f2614804" /><Relationship Type="http://schemas.openxmlformats.org/officeDocument/2006/relationships/notesMaster" Target="/ppt/notesMasters/notesMaster1.xml" Id="Rfa3537364b7347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 En esta presentación explico cómo realizamos la instalación de Prometheus y Grafana y cómo los conectamos con Stock Quest. Usamos paquetes nativos de Windows y PowerShell. El resultado es una monitorización local de los tres servicios Java. Las capturas pertenecen al proceso realizado. Capturas: documento del usuario «grafana -prometheus.docx».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0:25–1:00. Antes de descargar comprobamos espacio y puertos. El equipo utiliza Windows 11 Home y binarios amd64. Los puertos 3000 y 9090 estaban libres. Mantuvimos las herramientas en una carpeta externa al repositorio y las configuraciones del proyecto en observability. Para los servicios Java ya teníamos JDK 21 y PostgreSQL. Java no es un requisito para los binarios nativos de Prometheus o Grafana. Datos del entorno aportados durante la instalación.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1:00–1:40. Entramos a https://prometheus.io/download/, seleccionamos la versión LTS para Windows amd64 y extraímos el ZIP. El ejecutable quedó en C:\StockQuestTools\prometheus\prometheus.exe. En PowerShell comprobamos la versión con &amp; "C:\StockQuestTools\prometheus\prometheus.exe" --version. El paquete es portable: no usamos un instalador MSI ni registramos un servicio Windows. Capturas: documento del usuario «grafana -prometheus.docx». Referencia: https://prometheus.io/download/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1:40–2:20. Desde C:\StockQuestTools\prometheus ejecutamos .\promtool.exe check config .\prometheus.yml. Una vez validada la configuración iniciamos .\prometheus.exe --config.file=prometheus.yml --web.listen-address=127.0.0.1:9090 --storage.tsdb.path=.\data --storage.tsdb.retention.time=2d --storage.tsdb.retention.size=256MB. Abrimos http://127.0.0.1:9090/targets. Primero solo aparecía Prometheus monitorizándose a sí mismo. Esto todavía no conectaba los servicios de Stock Quest. La retención limita datos históricos y es apropiada para este ensayo, no un dimensionamiento de producción. Capturas: documento del usuario «grafana -prometheus.docx».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2:20–3:05. Desde https://grafana.com/grafana/download elegimos Grafana OSS y Windows, usando el paquete comprimido. El enlace decía zip, pero el paquete mostrado terminaba en tar.gz. Lo importante fue extraer su contenido completo. No necesitamos registrarnos en Grafana Cloud. En PowerShell fijamos $env:GF_SERVER_HTTP_ADDR="127.0.0.1" y $env:GF_SERVER_HTTP_PORT="3000", y ejecutamos .\bin\grafana.exe server --homepath "C:\StockQuestTools\grafana". Entramos a http://127.0.0.1:3000 con las credenciales iniciales admin/admin y cambiamos la contraseña. Mantuvimos la consola abierta durante el uso manual. Capturas: documento del usuario «grafana -prometheus.docx». Referencia: https://grafana.com/docs/grafana/latest/setup-grafana/installation/windows/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3:05–3:45. En Grafana abrimos Connections, Add new connection, seleccionamos Prometheus y agregamos la fuente. La URL completa fue http://127.0.0.1:9090 y usamos No authentication para esta conexión local. Save &amp; test devolvió Successfully queried the Prometheus API. La ausencia de autenticación se refiere al Prometheus local, no elimina el login de Grafana ni autoriza esta configuración para Internet. El nombre de la fuente puede elegirse libremente y debe seleccionarse al importar el dashboard. Capturas: documento del usuario «grafana -prometheus.docx». Referencia: https://grafana.com/docs/grafana/latest/datasources/prometheus/configure/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3:45–4:40. Grafana y Prometheus no bastan para medir la aplicación. Añadimos spring-boot-starter-actuator y micrometer-registry-prometheus a los tres pom.xml. Creamos application-observabilidad.properties, con exposición health,prometheus, etiqueta application y percentiles-histogram.http.server.requests=true. El perfil obliga a escuchar en loopback. Compilamos con Maven Wrapper package sin saltar pruebas: 40 en personas, 29 en aprendizaje y 37 en simulación, todas aprobadas. En PowerShell establecimos $env:SPRING_PROFILES_ACTIVE="observabilidad" antes de iniciar el supervisor completamente. Verificamos HTTP 200 y jvm_memory_used_bytes en los tres endpoints. Estas 106 no incluyen las IT PostgreSQL ni sustituyen una regresión global. Fuente: cambios y salidas Maven del proyecto. Referencia: https://docs.spring.io/spring-boot/3.5/reference/actuator/metrics.html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4:40–5:20. Creamos observability/prometheus-local.yml con el job stockquest-java, metrics_path /actuator/prometheus y los tres puertos integrados, no los puertos legacy. Promtool validó el YAML. Detuvimos el Prometheus anterior con Ctrl+C y lo iniciamos con --config.file apuntando al archivo del repositorio. Los tres objetivos aparecieron UP, además del propio Prometheus. Cada objetivo tiene una etiqueta service para distinguirlo en las gráficas. UP significa éxito de la recolección, no garantiza todos los flujos de negocio. Capturas: documento del usuario «grafana -prometheus.docx». Fuente: observability/prometheus-local.yml.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5:20–6:00. En Grafana abrimos Dashboards, New, Import y cargamos observability/stockquest-dashboard.json. En DS_PROMETHEUS elegimos nuestra fuente y pulsamos Import. El dashboard resultante contiene ocho paneles: estado e historial de recolección, solicitudes por segundo, p95, 5xx, heap, CPU y conexiones activas. Usamos Last 15 minutes y refresh 5s. La consulta de Prometheus mantiene su intervalo de 15 segundos, aunque la pantalla refresque cada cinco. Capturas: documento del usuario «grafana -prometheus.docx». Fuente: observability/stockquest-dashboard.json.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 Para validar la instalación integrada ejecutamos scripts/demo-observability.ps1. El script exige los tres UP, valida el proceso de simulación, lo detiene y espera up=0 mientras los otros dos conservan up=1. Tras nuestra confirmación reinicia simulación, comprueba /health/ready y espera los tres UP. Los dos informes del ensayo registran PASS. Las capturas muestran la caída y la recuperación. La integración local quedó demostrada. Las alertas automáticas, la operación continua y la certificación de disponibilidad de producción siguen pendientes. Si hay tiempo, cambiar al navegador y repetir el ensayo mediante la guía práctica ya entregada. Capturas: documento del usuario «grafana -prometheus.docx». Evidencia: .stockquest-local/observability/demo-0ce8716d121b4dc4affeef9c9c37585c.json y demo-b6f1aa81de9348149fede4346d09900a.json.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73624c400745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8642985d4949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0e6c7ff98d4a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9ea476e64344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7b01f20b964d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f2c5c2ffb542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1C63D0-C2BF-4E71-91D7-B5A751E371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2CC98F-51EF-43F9-8A2B-AD2C3821F8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703BB3-F7CC-4211-A7E4-0C604080BA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C44F89-E5F0-49D4-B0A0-037F83BF69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3FB486-C863-4522-B177-54192FCD68A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10D27C-9D8D-4604-8B6A-27B58D301B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F4C687-D676-461A-86BD-B5E3612EE9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DF80B13-3EA8-444F-BAB7-3DB3AB98B9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DC5930-8091-44C1-BF91-7D8444191F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49115B-D85F-4C92-B8C9-80A9C0D4B2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47f428368e4f43" /><Relationship Type="http://schemas.openxmlformats.org/officeDocument/2006/relationships/slideLayout" Target="/ppt/slideLayouts/slideLayout1.xml" Id="R83551dbeaf6d4c96" /><Relationship Type="http://schemas.openxmlformats.org/officeDocument/2006/relationships/slideLayout" Target="/ppt/slideLayouts/slideLayout2.xml" Id="R463f9408688645f8" /><Relationship Type="http://schemas.openxmlformats.org/officeDocument/2006/relationships/slideLayout" Target="/ppt/slideLayouts/slideLayout3.xml" Id="R2b2e3430a9404550" /><Relationship Type="http://schemas.openxmlformats.org/officeDocument/2006/relationships/slideLayout" Target="/ppt/slideLayouts/slideLayout4.xml" Id="Rf82993883226412e" /><Relationship Type="http://schemas.openxmlformats.org/officeDocument/2006/relationships/slideLayout" Target="/ppt/slideLayouts/slideLayout5.xml" Id="Rd85a13f8f2d349f1" /><Relationship Type="http://schemas.openxmlformats.org/officeDocument/2006/relationships/slideLayout" Target="/ppt/slideLayouts/slideLayout6.xml" Id="R94b4293aa98249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551dbeaf6d4c96"/>
    <p:sldLayoutId xmlns:r="http://schemas.openxmlformats.org/officeDocument/2006/relationships" id="2147483650" r:id="R463f9408688645f8"/>
    <p:sldLayoutId xmlns:r="http://schemas.openxmlformats.org/officeDocument/2006/relationships" id="2147483651" r:id="R2b2e3430a9404550"/>
    <p:sldLayoutId xmlns:r="http://schemas.openxmlformats.org/officeDocument/2006/relationships" id="2147483652" r:id="Rf82993883226412e"/>
    <p:sldLayoutId xmlns:r="http://schemas.openxmlformats.org/officeDocument/2006/relationships" id="2147483653" r:id="Rd85a13f8f2d349f1"/>
    <p:sldLayoutId xmlns:r="http://schemas.openxmlformats.org/officeDocument/2006/relationships" id="2147483654" r:id="R94b4293aa98249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dc7b9087a24057" /><Relationship Type="http://schemas.openxmlformats.org/officeDocument/2006/relationships/notesSlide" Target="/ppt/notesSlides/notesSlide1.xml" Id="R6642ba8bd68d4e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9c9c22e43147d1" /><Relationship Type="http://schemas.openxmlformats.org/officeDocument/2006/relationships/notesSlide" Target="/ppt/notesSlides/notesSlide2.xml" Id="R2e76929a974d46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24924945df54707" /><Relationship Type="http://schemas.openxmlformats.org/officeDocument/2006/relationships/image" Target="/ppt/media/image.png" Id="R291cbf6ea4d142ac" /><Relationship Type="http://schemas.openxmlformats.org/officeDocument/2006/relationships/notesSlide" Target="/ppt/notesSlides/notesSlide3.xml" Id="R0da8b451913147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47f344cca1443b" /><Relationship Type="http://schemas.openxmlformats.org/officeDocument/2006/relationships/image" Target="/ppt/media/image2.png" Id="Re49c23be2d514767" /><Relationship Type="http://schemas.openxmlformats.org/officeDocument/2006/relationships/notesSlide" Target="/ppt/notesSlides/notesSlide4.xml" Id="R80a008b897f347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b27d721aa144c1" /><Relationship Type="http://schemas.openxmlformats.org/officeDocument/2006/relationships/image" Target="/ppt/media/image3.png" Id="Re9a84624d32d4765" /><Relationship Type="http://schemas.openxmlformats.org/officeDocument/2006/relationships/notesSlide" Target="/ppt/notesSlides/notesSlide5.xml" Id="R2c271c22f81d42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52945563314d4c" /><Relationship Type="http://schemas.openxmlformats.org/officeDocument/2006/relationships/image" Target="/ppt/media/image4.png" Id="Rd924a0ec662f422c" /><Relationship Type="http://schemas.openxmlformats.org/officeDocument/2006/relationships/notesSlide" Target="/ppt/notesSlides/notesSlide6.xml" Id="Ref9fbf23502249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6db604af264784" /><Relationship Type="http://schemas.openxmlformats.org/officeDocument/2006/relationships/notesSlide" Target="/ppt/notesSlides/notesSlide7.xml" Id="Rb4db374a4da249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a6baa1de734317" /><Relationship Type="http://schemas.openxmlformats.org/officeDocument/2006/relationships/image" Target="/ppt/media/image5.png" Id="Rce95fb3f58f947b6" /><Relationship Type="http://schemas.openxmlformats.org/officeDocument/2006/relationships/notesSlide" Target="/ppt/notesSlides/notesSlide8.xml" Id="Rcbaa2b53e76f49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b3794d051047fa" /><Relationship Type="http://schemas.openxmlformats.org/officeDocument/2006/relationships/image" Target="/ppt/media/image6.png" Id="R6e9c0698755f4194" /><Relationship Type="http://schemas.openxmlformats.org/officeDocument/2006/relationships/image" Target="/ppt/media/image7.png" Id="Re56a8b2f8ce24f6b" /><Relationship Type="http://schemas.openxmlformats.org/officeDocument/2006/relationships/notesSlide" Target="/ppt/notesSlides/notesSlide9.xml" Id="R6637c6f1951249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55d489ea8645e7" /><Relationship Type="http://schemas.openxmlformats.org/officeDocument/2006/relationships/image" Target="/ppt/media/image8.png" Id="Ra501040df42e4e8a" /><Relationship Type="http://schemas.openxmlformats.org/officeDocument/2006/relationships/image" Target="/ppt/media/image9.png" Id="Rfc457f49edf54628" /><Relationship Type="http://schemas.openxmlformats.org/officeDocument/2006/relationships/notesSlide" Target="/ppt/notesSlides/notesSlide10.xml" Id="R1bcfbd52a22d4bf3" /></Relationships>
</file>

<file path=ppt/slides/slide1.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C76FEA-5A2D-494E-A45A-ECA1A4437C08}"/>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Instalación de Prometheus y Grafana</a:t>
            </a:r>
          </a:p>
        </p:txBody>
      </p:sp>
      <p:sp>
        <p:nvSpPr>
          <p:cNvPr id="2" name="">
            <a:extLst xmlns:a="http://schemas.openxmlformats.org/drawingml/2006/main">
              <a:ext uri="{FF2B5EF4-FFF2-40B4-BE49-F238E27FC236}">
                <a16:creationId xmlns:a16="http://schemas.microsoft.com/office/drawing/2014/main" id="{E5655853-4CA6-4D24-A0F0-580139D1711C}"/>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01</a:t>
            </a:r>
          </a:p>
        </p:txBody>
      </p:sp>
      <p:sp>
        <p:nvSpPr>
          <p:cNvPr id="3" name="">
            <a:extLst xmlns:a="http://schemas.openxmlformats.org/drawingml/2006/main">
              <a:ext uri="{FF2B5EF4-FFF2-40B4-BE49-F238E27FC236}">
                <a16:creationId xmlns:a16="http://schemas.microsoft.com/office/drawing/2014/main" id="{B34C0325-C12E-4388-961C-19CC6FB2170B}"/>
              </a:ext>
            </a:extLst>
          </p:cNvPr>
          <p:cNvSpPr>
            <a:spLocks xmlns:a="http://schemas.openxmlformats.org/drawingml/2006/main" noGrp="1"/>
          </p:cNvSpPr>
          <p:nvPr/>
        </p:nvSpPr>
        <p:spPr>
          <a:xfrm xmlns:a="http://schemas.openxmlformats.org/drawingml/2006/main">
            <a:off x="609600" y="2000250"/>
            <a:ext cx="666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FF9933"/>
                </a:solidFill>
                <a:latin typeface="Arial"/>
                <a:ea typeface="Arial"/>
                <a:cs typeface="Arial"/>
              </a:defRPr>
            </a:defPPr>
            <a:lvl1pPr>
              <a:defRPr sz="4500" b="1">
                <a:solidFill>
                  <a:srgbClr val="FF9933"/>
                </a:solidFill>
                <a:latin typeface="Arial"/>
                <a:ea typeface="Arial"/>
                <a:cs typeface="Arial"/>
              </a:defRPr>
            </a:lvl1pPr>
            <a:lvl2pPr>
              <a:defRPr sz="4500" b="1">
                <a:solidFill>
                  <a:srgbClr val="FF9933"/>
                </a:solidFill>
                <a:latin typeface="Arial"/>
                <a:ea typeface="Arial"/>
                <a:cs typeface="Arial"/>
              </a:defRPr>
            </a:lvl2pPr>
            <a:lvl3pPr>
              <a:defRPr sz="4500" b="1">
                <a:solidFill>
                  <a:srgbClr val="FF9933"/>
                </a:solidFill>
                <a:latin typeface="Arial"/>
                <a:ea typeface="Arial"/>
                <a:cs typeface="Arial"/>
              </a:defRPr>
            </a:lvl3pPr>
            <a:lvl4pPr>
              <a:defRPr sz="4500" b="1">
                <a:solidFill>
                  <a:srgbClr val="FF9933"/>
                </a:solidFill>
                <a:latin typeface="Arial"/>
                <a:ea typeface="Arial"/>
                <a:cs typeface="Arial"/>
              </a:defRPr>
            </a:lvl4pPr>
            <a:lvl5pPr>
              <a:defRPr sz="4500" b="1">
                <a:solidFill>
                  <a:srgbClr val="FF9933"/>
                </a:solidFill>
                <a:latin typeface="Arial"/>
                <a:ea typeface="Arial"/>
                <a:cs typeface="Arial"/>
              </a:defRPr>
            </a:lvl5pPr>
            <a:lvl6pPr>
              <a:defRPr sz="4500" b="1">
                <a:solidFill>
                  <a:srgbClr val="FF9933"/>
                </a:solidFill>
                <a:latin typeface="Arial"/>
                <a:ea typeface="Arial"/>
                <a:cs typeface="Arial"/>
              </a:defRPr>
            </a:lvl6pPr>
            <a:lvl7pPr>
              <a:defRPr sz="4500" b="1">
                <a:solidFill>
                  <a:srgbClr val="FF9933"/>
                </a:solidFill>
                <a:latin typeface="Arial"/>
                <a:ea typeface="Arial"/>
                <a:cs typeface="Arial"/>
              </a:defRPr>
            </a:lvl7pPr>
            <a:lvl8pPr>
              <a:defRPr sz="4500" b="1">
                <a:solidFill>
                  <a:srgbClr val="FF9933"/>
                </a:solidFill>
                <a:latin typeface="Arial"/>
                <a:ea typeface="Arial"/>
                <a:cs typeface="Arial"/>
              </a:defRPr>
            </a:lvl8pPr>
            <a:lvl9pPr>
              <a:defRPr sz="4500" b="1">
                <a:solidFill>
                  <a:srgbClr val="FF9933"/>
                </a:solidFill>
                <a:latin typeface="Arial"/>
                <a:ea typeface="Arial"/>
                <a:cs typeface="Arial"/>
              </a:defRPr>
            </a:lvl9pPr>
          </a:lstStyle>
          <a:p xmlns:a="http://schemas.openxmlformats.org/drawingml/2006/main">
            <a:pPr>
              <a:defRPr sz="4500" b="1">
                <a:solidFill>
                  <a:srgbClr val="FF9933"/>
                </a:solidFill>
                <a:latin typeface="Arial"/>
                <a:ea typeface="Arial"/>
                <a:cs typeface="Arial"/>
              </a:defRPr>
            </a:pPr>
            <a:r>
              <a:rPr sz="4500" b="1">
                <a:solidFill>
                  <a:srgbClr val="FF9933"/>
                </a:solidFill>
                <a:latin typeface="Arial"/>
                <a:ea typeface="Arial"/>
                <a:cs typeface="Arial"/>
              </a:rPr>
              <a:t>Integración con</a:t>
            </a:r>
          </a:p>
          <a:p xmlns:a="http://schemas.openxmlformats.org/drawingml/2006/main">
            <a:pPr>
              <a:defRPr sz="4500" b="1">
                <a:solidFill>
                  <a:srgbClr val="FF9933"/>
                </a:solidFill>
                <a:latin typeface="Arial"/>
                <a:ea typeface="Arial"/>
                <a:cs typeface="Arial"/>
              </a:defRPr>
            </a:pPr>
            <a:r>
              <a:rPr sz="4500" b="1">
                <a:solidFill>
                  <a:srgbClr val="FF9933"/>
                </a:solidFill>
                <a:latin typeface="Arial"/>
                <a:ea typeface="Arial"/>
                <a:cs typeface="Arial"/>
              </a:rPr>
              <a:t>Stock Quest</a:t>
            </a:r>
          </a:p>
        </p:txBody>
      </p:sp>
      <p:sp>
        <p:nvSpPr>
          <p:cNvPr id="4" name="">
            <a:extLst xmlns:a="http://schemas.openxmlformats.org/drawingml/2006/main">
              <a:ext uri="{FF2B5EF4-FFF2-40B4-BE49-F238E27FC236}">
                <a16:creationId xmlns:a16="http://schemas.microsoft.com/office/drawing/2014/main" id="{D605AD47-287B-4844-A8AB-AE4894321419}"/>
              </a:ext>
            </a:extLst>
          </p:cNvPr>
          <p:cNvSpPr>
            <a:spLocks xmlns:a="http://schemas.openxmlformats.org/drawingml/2006/main" noGrp="1"/>
          </p:cNvSpPr>
          <p:nvPr/>
        </p:nvSpPr>
        <p:spPr>
          <a:xfrm xmlns:a="http://schemas.openxmlformats.org/drawingml/2006/main">
            <a:off x="609600" y="4048125"/>
            <a:ext cx="762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4F6FA"/>
                </a:solidFill>
                <a:latin typeface="Arial"/>
                <a:ea typeface="Arial"/>
                <a:cs typeface="Arial"/>
              </a:defRPr>
            </a:defPPr>
            <a:lvl1pPr>
              <a:defRPr sz="2325" b="0">
                <a:solidFill>
                  <a:srgbClr val="F4F6FA"/>
                </a:solidFill>
                <a:latin typeface="Arial"/>
                <a:ea typeface="Arial"/>
                <a:cs typeface="Arial"/>
              </a:defRPr>
            </a:lvl1pPr>
            <a:lvl2pPr>
              <a:defRPr sz="2325" b="0">
                <a:solidFill>
                  <a:srgbClr val="F4F6FA"/>
                </a:solidFill>
                <a:latin typeface="Arial"/>
                <a:ea typeface="Arial"/>
                <a:cs typeface="Arial"/>
              </a:defRPr>
            </a:lvl2pPr>
            <a:lvl3pPr>
              <a:defRPr sz="2325" b="0">
                <a:solidFill>
                  <a:srgbClr val="F4F6FA"/>
                </a:solidFill>
                <a:latin typeface="Arial"/>
                <a:ea typeface="Arial"/>
                <a:cs typeface="Arial"/>
              </a:defRPr>
            </a:lvl3pPr>
            <a:lvl4pPr>
              <a:defRPr sz="2325" b="0">
                <a:solidFill>
                  <a:srgbClr val="F4F6FA"/>
                </a:solidFill>
                <a:latin typeface="Arial"/>
                <a:ea typeface="Arial"/>
                <a:cs typeface="Arial"/>
              </a:defRPr>
            </a:lvl4pPr>
            <a:lvl5pPr>
              <a:defRPr sz="2325" b="0">
                <a:solidFill>
                  <a:srgbClr val="F4F6FA"/>
                </a:solidFill>
                <a:latin typeface="Arial"/>
                <a:ea typeface="Arial"/>
                <a:cs typeface="Arial"/>
              </a:defRPr>
            </a:lvl5pPr>
            <a:lvl6pPr>
              <a:defRPr sz="2325" b="0">
                <a:solidFill>
                  <a:srgbClr val="F4F6FA"/>
                </a:solidFill>
                <a:latin typeface="Arial"/>
                <a:ea typeface="Arial"/>
                <a:cs typeface="Arial"/>
              </a:defRPr>
            </a:lvl6pPr>
            <a:lvl7pPr>
              <a:defRPr sz="2325" b="0">
                <a:solidFill>
                  <a:srgbClr val="F4F6FA"/>
                </a:solidFill>
                <a:latin typeface="Arial"/>
                <a:ea typeface="Arial"/>
                <a:cs typeface="Arial"/>
              </a:defRPr>
            </a:lvl7pPr>
            <a:lvl8pPr>
              <a:defRPr sz="2325" b="0">
                <a:solidFill>
                  <a:srgbClr val="F4F6FA"/>
                </a:solidFill>
                <a:latin typeface="Arial"/>
                <a:ea typeface="Arial"/>
                <a:cs typeface="Arial"/>
              </a:defRPr>
            </a:lvl8pPr>
            <a:lvl9pPr>
              <a:defRPr sz="2325" b="0">
                <a:solidFill>
                  <a:srgbClr val="F4F6FA"/>
                </a:solidFill>
                <a:latin typeface="Arial"/>
                <a:ea typeface="Arial"/>
                <a:cs typeface="Arial"/>
              </a:defRPr>
            </a:lvl9pPr>
          </a:lstStyle>
          <a:p xmlns:a="http://schemas.openxmlformats.org/drawingml/2006/main">
            <a:pPr>
              <a:defRPr sz="2325" b="0">
                <a:solidFill>
                  <a:srgbClr val="F4F6FA"/>
                </a:solidFill>
                <a:latin typeface="Arial"/>
                <a:ea typeface="Arial"/>
                <a:cs typeface="Arial"/>
              </a:defRPr>
            </a:pPr>
            <a:r>
              <a:rPr sz="2325" b="0">
                <a:solidFill>
                  <a:srgbClr val="F4F6FA"/>
                </a:solidFill>
                <a:latin typeface="Arial"/>
                <a:ea typeface="Arial"/>
                <a:cs typeface="Arial"/>
              </a:rPr>
              <a:t>Proceso realizado en Windows 11</a:t>
            </a:r>
          </a:p>
          <a:p xmlns:a="http://schemas.openxmlformats.org/drawingml/2006/main">
            <a:pPr>
              <a:defRPr sz="2325" b="0">
                <a:solidFill>
                  <a:srgbClr val="F4F6FA"/>
                </a:solidFill>
                <a:latin typeface="Arial"/>
                <a:ea typeface="Arial"/>
                <a:cs typeface="Arial"/>
              </a:defRPr>
            </a:pPr>
            <a:r>
              <a:rPr sz="2325" b="0">
                <a:solidFill>
                  <a:srgbClr val="F4F6FA"/>
                </a:solidFill>
                <a:latin typeface="Arial"/>
                <a:ea typeface="Arial"/>
                <a:cs typeface="Arial"/>
              </a:rPr>
              <a:t>De la descarga al dashboard operativo</a:t>
            </a:r>
          </a:p>
        </p:txBody>
      </p:sp>
      <p:sp>
        <p:nvSpPr>
          <p:cNvPr id="5" name="">
            <a:extLst xmlns:a="http://schemas.openxmlformats.org/drawingml/2006/main">
              <a:ext uri="{FF2B5EF4-FFF2-40B4-BE49-F238E27FC236}">
                <a16:creationId xmlns:a16="http://schemas.microsoft.com/office/drawing/2014/main" id="{4DFCFFF5-B8C4-40E0-9C6E-37277A34B4CD}"/>
              </a:ext>
            </a:extLst>
          </p:cNvPr>
          <p:cNvSpPr>
            <a:spLocks xmlns:a="http://schemas.openxmlformats.org/drawingml/2006/main" noGrp="1"/>
          </p:cNvSpPr>
          <p:nvPr/>
        </p:nvSpPr>
        <p:spPr>
          <a:xfrm xmlns:a="http://schemas.openxmlformats.org/drawingml/2006/main">
            <a:off x="609600" y="56673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Prometheus 3.13.4 y Grafana OSS 13.2.4</a:t>
            </a:r>
          </a:p>
        </p:txBody>
      </p:sp>
    </p:spTree>
    <p:extLst>
      <p:ext uri="{BB962C8B-B14F-4D97-AF65-F5344CB8AC3E}">
        <p14:creationId xmlns:p14="http://schemas.microsoft.com/office/powerpoint/2010/main" val="1576252756"/>
      </p:ext>
    </p:extLst>
  </p:cSld>
</p:sld>
</file>

<file path=ppt/slides/slide2.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26E10C-A1F5-4167-B976-F3F94019278A}"/>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Preparación del equipo</a:t>
            </a:r>
          </a:p>
        </p:txBody>
      </p:sp>
      <p:sp>
        <p:nvSpPr>
          <p:cNvPr id="2" name="">
            <a:extLst xmlns:a="http://schemas.openxmlformats.org/drawingml/2006/main">
              <a:ext uri="{FF2B5EF4-FFF2-40B4-BE49-F238E27FC236}">
                <a16:creationId xmlns:a16="http://schemas.microsoft.com/office/drawing/2014/main" id="{457E677D-F905-4A54-BD45-A01AD3F667AB}"/>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02</a:t>
            </a:r>
          </a:p>
        </p:txBody>
      </p:sp>
      <p:sp>
        <p:nvSpPr>
          <p:cNvPr id="3" name="">
            <a:extLst xmlns:a="http://schemas.openxmlformats.org/drawingml/2006/main">
              <a:ext uri="{FF2B5EF4-FFF2-40B4-BE49-F238E27FC236}">
                <a16:creationId xmlns:a16="http://schemas.microsoft.com/office/drawing/2014/main" id="{EA49399C-B0E0-4114-86A9-AE0D2F2FFF77}"/>
              </a:ext>
            </a:extLst>
          </p:cNvPr>
          <p:cNvSpPr>
            <a:spLocks xmlns:a="http://schemas.openxmlformats.org/drawingml/2006/main" noGrp="1"/>
          </p:cNvSpPr>
          <p:nvPr/>
        </p:nvSpPr>
        <p:spPr>
          <a:xfrm xmlns:a="http://schemas.openxmlformats.org/drawingml/2006/main">
            <a:off x="609600" y="16192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9933"/>
                </a:solidFill>
                <a:latin typeface="Arial"/>
                <a:ea typeface="Arial"/>
                <a:cs typeface="Arial"/>
              </a:defRPr>
            </a:defPPr>
            <a:lvl1pPr>
              <a:defRPr sz="2550" b="1">
                <a:solidFill>
                  <a:srgbClr val="FF9933"/>
                </a:solidFill>
                <a:latin typeface="Arial"/>
                <a:ea typeface="Arial"/>
                <a:cs typeface="Arial"/>
              </a:defRPr>
            </a:lvl1pPr>
            <a:lvl2pPr>
              <a:defRPr sz="2550" b="1">
                <a:solidFill>
                  <a:srgbClr val="FF9933"/>
                </a:solidFill>
                <a:latin typeface="Arial"/>
                <a:ea typeface="Arial"/>
                <a:cs typeface="Arial"/>
              </a:defRPr>
            </a:lvl2pPr>
            <a:lvl3pPr>
              <a:defRPr sz="2550" b="1">
                <a:solidFill>
                  <a:srgbClr val="FF9933"/>
                </a:solidFill>
                <a:latin typeface="Arial"/>
                <a:ea typeface="Arial"/>
                <a:cs typeface="Arial"/>
              </a:defRPr>
            </a:lvl3pPr>
            <a:lvl4pPr>
              <a:defRPr sz="2550" b="1">
                <a:solidFill>
                  <a:srgbClr val="FF9933"/>
                </a:solidFill>
                <a:latin typeface="Arial"/>
                <a:ea typeface="Arial"/>
                <a:cs typeface="Arial"/>
              </a:defRPr>
            </a:lvl4pPr>
            <a:lvl5pPr>
              <a:defRPr sz="2550" b="1">
                <a:solidFill>
                  <a:srgbClr val="FF9933"/>
                </a:solidFill>
                <a:latin typeface="Arial"/>
                <a:ea typeface="Arial"/>
                <a:cs typeface="Arial"/>
              </a:defRPr>
            </a:lvl5pPr>
            <a:lvl6pPr>
              <a:defRPr sz="2550" b="1">
                <a:solidFill>
                  <a:srgbClr val="FF9933"/>
                </a:solidFill>
                <a:latin typeface="Arial"/>
                <a:ea typeface="Arial"/>
                <a:cs typeface="Arial"/>
              </a:defRPr>
            </a:lvl6pPr>
            <a:lvl7pPr>
              <a:defRPr sz="2550" b="1">
                <a:solidFill>
                  <a:srgbClr val="FF9933"/>
                </a:solidFill>
                <a:latin typeface="Arial"/>
                <a:ea typeface="Arial"/>
                <a:cs typeface="Arial"/>
              </a:defRPr>
            </a:lvl7pPr>
            <a:lvl8pPr>
              <a:defRPr sz="2550" b="1">
                <a:solidFill>
                  <a:srgbClr val="FF9933"/>
                </a:solidFill>
                <a:latin typeface="Arial"/>
                <a:ea typeface="Arial"/>
                <a:cs typeface="Arial"/>
              </a:defRPr>
            </a:lvl8pPr>
            <a:lvl9pPr>
              <a:defRPr sz="2550" b="1">
                <a:solidFill>
                  <a:srgbClr val="FF9933"/>
                </a:solidFill>
                <a:latin typeface="Arial"/>
                <a:ea typeface="Arial"/>
                <a:cs typeface="Arial"/>
              </a:defRPr>
            </a:lvl9pPr>
          </a:lstStyle>
          <a:p xmlns:a="http://schemas.openxmlformats.org/drawingml/2006/main">
            <a:pPr>
              <a:defRPr sz="2550" b="1">
                <a:solidFill>
                  <a:srgbClr val="FF9933"/>
                </a:solidFill>
                <a:latin typeface="Arial"/>
                <a:ea typeface="Arial"/>
                <a:cs typeface="Arial"/>
              </a:defRPr>
            </a:pPr>
            <a:r>
              <a:rPr sz="2550" b="1">
                <a:solidFill>
                  <a:srgbClr val="FF9933"/>
                </a:solidFill>
                <a:latin typeface="Arial"/>
                <a:ea typeface="Arial"/>
                <a:cs typeface="Arial"/>
              </a:rPr>
              <a:t>Entorno</a:t>
            </a:r>
          </a:p>
        </p:txBody>
      </p:sp>
      <p:sp>
        <p:nvSpPr>
          <p:cNvPr id="4" name="">
            <a:extLst xmlns:a="http://schemas.openxmlformats.org/drawingml/2006/main">
              <a:ext uri="{FF2B5EF4-FFF2-40B4-BE49-F238E27FC236}">
                <a16:creationId xmlns:a16="http://schemas.microsoft.com/office/drawing/2014/main" id="{670AD49D-631B-4748-984C-1B38638CD12E}"/>
              </a:ext>
            </a:extLst>
          </p:cNvPr>
          <p:cNvSpPr>
            <a:spLocks xmlns:a="http://schemas.openxmlformats.org/drawingml/2006/main" noGrp="1"/>
          </p:cNvSpPr>
          <p:nvPr/>
        </p:nvSpPr>
        <p:spPr>
          <a:xfrm xmlns:a="http://schemas.openxmlformats.org/drawingml/2006/main">
            <a:off x="609600" y="2476500"/>
            <a:ext cx="5429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4F6FA"/>
                </a:solidFill>
                <a:latin typeface="Arial"/>
                <a:ea typeface="Arial"/>
                <a:cs typeface="Arial"/>
              </a:defRPr>
            </a:defPPr>
            <a:lvl1pPr>
              <a:defRPr sz="2250" b="0">
                <a:solidFill>
                  <a:srgbClr val="F4F6FA"/>
                </a:solidFill>
                <a:latin typeface="Arial"/>
                <a:ea typeface="Arial"/>
                <a:cs typeface="Arial"/>
              </a:defRPr>
            </a:lvl1pPr>
            <a:lvl2pPr>
              <a:defRPr sz="2250" b="0">
                <a:solidFill>
                  <a:srgbClr val="F4F6FA"/>
                </a:solidFill>
                <a:latin typeface="Arial"/>
                <a:ea typeface="Arial"/>
                <a:cs typeface="Arial"/>
              </a:defRPr>
            </a:lvl2pPr>
            <a:lvl3pPr>
              <a:defRPr sz="2250" b="0">
                <a:solidFill>
                  <a:srgbClr val="F4F6FA"/>
                </a:solidFill>
                <a:latin typeface="Arial"/>
                <a:ea typeface="Arial"/>
                <a:cs typeface="Arial"/>
              </a:defRPr>
            </a:lvl3pPr>
            <a:lvl4pPr>
              <a:defRPr sz="2250" b="0">
                <a:solidFill>
                  <a:srgbClr val="F4F6FA"/>
                </a:solidFill>
                <a:latin typeface="Arial"/>
                <a:ea typeface="Arial"/>
                <a:cs typeface="Arial"/>
              </a:defRPr>
            </a:lvl4pPr>
            <a:lvl5pPr>
              <a:defRPr sz="2250" b="0">
                <a:solidFill>
                  <a:srgbClr val="F4F6FA"/>
                </a:solidFill>
                <a:latin typeface="Arial"/>
                <a:ea typeface="Arial"/>
                <a:cs typeface="Arial"/>
              </a:defRPr>
            </a:lvl5pPr>
            <a:lvl6pPr>
              <a:defRPr sz="2250" b="0">
                <a:solidFill>
                  <a:srgbClr val="F4F6FA"/>
                </a:solidFill>
                <a:latin typeface="Arial"/>
                <a:ea typeface="Arial"/>
                <a:cs typeface="Arial"/>
              </a:defRPr>
            </a:lvl6pPr>
            <a:lvl7pPr>
              <a:defRPr sz="2250" b="0">
                <a:solidFill>
                  <a:srgbClr val="F4F6FA"/>
                </a:solidFill>
                <a:latin typeface="Arial"/>
                <a:ea typeface="Arial"/>
                <a:cs typeface="Arial"/>
              </a:defRPr>
            </a:lvl7pPr>
            <a:lvl8pPr>
              <a:defRPr sz="2250" b="0">
                <a:solidFill>
                  <a:srgbClr val="F4F6FA"/>
                </a:solidFill>
                <a:latin typeface="Arial"/>
                <a:ea typeface="Arial"/>
                <a:cs typeface="Arial"/>
              </a:defRPr>
            </a:lvl8pPr>
            <a:lvl9pPr>
              <a:defRPr sz="2250" b="0">
                <a:solidFill>
                  <a:srgbClr val="F4F6FA"/>
                </a:solidFill>
                <a:latin typeface="Arial"/>
                <a:ea typeface="Arial"/>
                <a:cs typeface="Arial"/>
              </a:defRPr>
            </a:lvl9pPr>
          </a:lstStyle>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Windows 11 de 64 bits</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PowerShell</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Stock Quest con tres servicios Java</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PostgreSQL local activo</a:t>
            </a:r>
          </a:p>
        </p:txBody>
      </p:sp>
      <p:sp>
        <p:nvSpPr>
          <p:cNvPr id="5" name="">
            <a:extLst xmlns:a="http://schemas.openxmlformats.org/drawingml/2006/main">
              <a:ext uri="{FF2B5EF4-FFF2-40B4-BE49-F238E27FC236}">
                <a16:creationId xmlns:a16="http://schemas.microsoft.com/office/drawing/2014/main" id="{C1A6802C-4941-4A98-B756-493110266B87}"/>
              </a:ext>
            </a:extLst>
          </p:cNvPr>
          <p:cNvSpPr>
            <a:spLocks xmlns:a="http://schemas.openxmlformats.org/drawingml/2006/main" noGrp="1"/>
          </p:cNvSpPr>
          <p:nvPr/>
        </p:nvSpPr>
        <p:spPr>
          <a:xfrm xmlns:a="http://schemas.openxmlformats.org/drawingml/2006/main">
            <a:off x="7048500" y="16192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9933"/>
                </a:solidFill>
                <a:latin typeface="Arial"/>
                <a:ea typeface="Arial"/>
                <a:cs typeface="Arial"/>
              </a:defRPr>
            </a:defPPr>
            <a:lvl1pPr>
              <a:defRPr sz="2550" b="1">
                <a:solidFill>
                  <a:srgbClr val="FF9933"/>
                </a:solidFill>
                <a:latin typeface="Arial"/>
                <a:ea typeface="Arial"/>
                <a:cs typeface="Arial"/>
              </a:defRPr>
            </a:lvl1pPr>
            <a:lvl2pPr>
              <a:defRPr sz="2550" b="1">
                <a:solidFill>
                  <a:srgbClr val="FF9933"/>
                </a:solidFill>
                <a:latin typeface="Arial"/>
                <a:ea typeface="Arial"/>
                <a:cs typeface="Arial"/>
              </a:defRPr>
            </a:lvl2pPr>
            <a:lvl3pPr>
              <a:defRPr sz="2550" b="1">
                <a:solidFill>
                  <a:srgbClr val="FF9933"/>
                </a:solidFill>
                <a:latin typeface="Arial"/>
                <a:ea typeface="Arial"/>
                <a:cs typeface="Arial"/>
              </a:defRPr>
            </a:lvl3pPr>
            <a:lvl4pPr>
              <a:defRPr sz="2550" b="1">
                <a:solidFill>
                  <a:srgbClr val="FF9933"/>
                </a:solidFill>
                <a:latin typeface="Arial"/>
                <a:ea typeface="Arial"/>
                <a:cs typeface="Arial"/>
              </a:defRPr>
            </a:lvl4pPr>
            <a:lvl5pPr>
              <a:defRPr sz="2550" b="1">
                <a:solidFill>
                  <a:srgbClr val="FF9933"/>
                </a:solidFill>
                <a:latin typeface="Arial"/>
                <a:ea typeface="Arial"/>
                <a:cs typeface="Arial"/>
              </a:defRPr>
            </a:lvl5pPr>
            <a:lvl6pPr>
              <a:defRPr sz="2550" b="1">
                <a:solidFill>
                  <a:srgbClr val="FF9933"/>
                </a:solidFill>
                <a:latin typeface="Arial"/>
                <a:ea typeface="Arial"/>
                <a:cs typeface="Arial"/>
              </a:defRPr>
            </a:lvl6pPr>
            <a:lvl7pPr>
              <a:defRPr sz="2550" b="1">
                <a:solidFill>
                  <a:srgbClr val="FF9933"/>
                </a:solidFill>
                <a:latin typeface="Arial"/>
                <a:ea typeface="Arial"/>
                <a:cs typeface="Arial"/>
              </a:defRPr>
            </a:lvl7pPr>
            <a:lvl8pPr>
              <a:defRPr sz="2550" b="1">
                <a:solidFill>
                  <a:srgbClr val="FF9933"/>
                </a:solidFill>
                <a:latin typeface="Arial"/>
                <a:ea typeface="Arial"/>
                <a:cs typeface="Arial"/>
              </a:defRPr>
            </a:lvl8pPr>
            <a:lvl9pPr>
              <a:defRPr sz="2550" b="1">
                <a:solidFill>
                  <a:srgbClr val="FF9933"/>
                </a:solidFill>
                <a:latin typeface="Arial"/>
                <a:ea typeface="Arial"/>
                <a:cs typeface="Arial"/>
              </a:defRPr>
            </a:lvl9pPr>
          </a:lstStyle>
          <a:p xmlns:a="http://schemas.openxmlformats.org/drawingml/2006/main">
            <a:pPr>
              <a:defRPr sz="2550" b="1">
                <a:solidFill>
                  <a:srgbClr val="FF9933"/>
                </a:solidFill>
                <a:latin typeface="Arial"/>
                <a:ea typeface="Arial"/>
                <a:cs typeface="Arial"/>
              </a:defRPr>
            </a:pPr>
            <a:r>
              <a:rPr sz="2550" b="1">
                <a:solidFill>
                  <a:srgbClr val="FF9933"/>
                </a:solidFill>
                <a:latin typeface="Arial"/>
                <a:ea typeface="Arial"/>
                <a:cs typeface="Arial"/>
              </a:rPr>
              <a:t>Puertos comprobados</a:t>
            </a:r>
          </a:p>
        </p:txBody>
      </p:sp>
      <p:sp>
        <p:nvSpPr>
          <p:cNvPr id="6" name="">
            <a:extLst xmlns:a="http://schemas.openxmlformats.org/drawingml/2006/main">
              <a:ext uri="{FF2B5EF4-FFF2-40B4-BE49-F238E27FC236}">
                <a16:creationId xmlns:a16="http://schemas.microsoft.com/office/drawing/2014/main" id="{304855AF-F9D0-4451-A6CF-35C81488E7D7}"/>
              </a:ext>
            </a:extLst>
          </p:cNvPr>
          <p:cNvSpPr>
            <a:spLocks xmlns:a="http://schemas.openxmlformats.org/drawingml/2006/main" noGrp="1"/>
          </p:cNvSpPr>
          <p:nvPr/>
        </p:nvSpPr>
        <p:spPr>
          <a:xfrm xmlns:a="http://schemas.openxmlformats.org/drawingml/2006/main">
            <a:off x="7048500" y="2476500"/>
            <a:ext cx="4476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4F6FA"/>
                </a:solidFill>
                <a:latin typeface="Arial"/>
                <a:ea typeface="Arial"/>
                <a:cs typeface="Arial"/>
              </a:defRPr>
            </a:defPPr>
            <a:lvl1pPr>
              <a:defRPr sz="2250" b="0">
                <a:solidFill>
                  <a:srgbClr val="F4F6FA"/>
                </a:solidFill>
                <a:latin typeface="Arial"/>
                <a:ea typeface="Arial"/>
                <a:cs typeface="Arial"/>
              </a:defRPr>
            </a:lvl1pPr>
            <a:lvl2pPr>
              <a:defRPr sz="2250" b="0">
                <a:solidFill>
                  <a:srgbClr val="F4F6FA"/>
                </a:solidFill>
                <a:latin typeface="Arial"/>
                <a:ea typeface="Arial"/>
                <a:cs typeface="Arial"/>
              </a:defRPr>
            </a:lvl2pPr>
            <a:lvl3pPr>
              <a:defRPr sz="2250" b="0">
                <a:solidFill>
                  <a:srgbClr val="F4F6FA"/>
                </a:solidFill>
                <a:latin typeface="Arial"/>
                <a:ea typeface="Arial"/>
                <a:cs typeface="Arial"/>
              </a:defRPr>
            </a:lvl3pPr>
            <a:lvl4pPr>
              <a:defRPr sz="2250" b="0">
                <a:solidFill>
                  <a:srgbClr val="F4F6FA"/>
                </a:solidFill>
                <a:latin typeface="Arial"/>
                <a:ea typeface="Arial"/>
                <a:cs typeface="Arial"/>
              </a:defRPr>
            </a:lvl4pPr>
            <a:lvl5pPr>
              <a:defRPr sz="2250" b="0">
                <a:solidFill>
                  <a:srgbClr val="F4F6FA"/>
                </a:solidFill>
                <a:latin typeface="Arial"/>
                <a:ea typeface="Arial"/>
                <a:cs typeface="Arial"/>
              </a:defRPr>
            </a:lvl5pPr>
            <a:lvl6pPr>
              <a:defRPr sz="2250" b="0">
                <a:solidFill>
                  <a:srgbClr val="F4F6FA"/>
                </a:solidFill>
                <a:latin typeface="Arial"/>
                <a:ea typeface="Arial"/>
                <a:cs typeface="Arial"/>
              </a:defRPr>
            </a:lvl6pPr>
            <a:lvl7pPr>
              <a:defRPr sz="2250" b="0">
                <a:solidFill>
                  <a:srgbClr val="F4F6FA"/>
                </a:solidFill>
                <a:latin typeface="Arial"/>
                <a:ea typeface="Arial"/>
                <a:cs typeface="Arial"/>
              </a:defRPr>
            </a:lvl7pPr>
            <a:lvl8pPr>
              <a:defRPr sz="2250" b="0">
                <a:solidFill>
                  <a:srgbClr val="F4F6FA"/>
                </a:solidFill>
                <a:latin typeface="Arial"/>
                <a:ea typeface="Arial"/>
                <a:cs typeface="Arial"/>
              </a:defRPr>
            </a:lvl8pPr>
            <a:lvl9pPr>
              <a:defRPr sz="2250" b="0">
                <a:solidFill>
                  <a:srgbClr val="F4F6FA"/>
                </a:solidFill>
                <a:latin typeface="Arial"/>
                <a:ea typeface="Arial"/>
                <a:cs typeface="Arial"/>
              </a:defRPr>
            </a:lvl9pPr>
          </a:lstStyle>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9090   Prometheus</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3000   Grafana</a:t>
            </a:r>
          </a:p>
          <a:p xmlns:a="http://schemas.openxmlformats.org/drawingml/2006/main">
            <a:r>
              <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14630 / 14620 / 14610</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Servicios Java integrados</a:t>
            </a:r>
          </a:p>
        </p:txBody>
      </p:sp>
      <p:sp>
        <p:nvSpPr>
          <p:cNvPr id="7" name="">
            <a:extLst xmlns:a="http://schemas.openxmlformats.org/drawingml/2006/main">
              <a:ext uri="{FF2B5EF4-FFF2-40B4-BE49-F238E27FC236}">
                <a16:creationId xmlns:a16="http://schemas.microsoft.com/office/drawing/2014/main" id="{4044D843-CDA3-48FD-B56C-8AF7219BA57D}"/>
              </a:ext>
            </a:extLst>
          </p:cNvPr>
          <p:cNvSpPr>
            <a:spLocks xmlns:a="http://schemas.openxmlformats.org/drawingml/2006/main" noGrp="1"/>
          </p:cNvSpPr>
          <p:nvPr/>
        </p:nvSpPr>
        <p:spPr>
          <a:xfrm xmlns:a="http://schemas.openxmlformats.org/drawingml/2006/main">
            <a:off x="609600" y="56673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C3D1"/>
                </a:solidFill>
                <a:latin typeface="Arial"/>
                <a:ea typeface="Arial"/>
                <a:cs typeface="Arial"/>
              </a:defRPr>
            </a:defPPr>
            <a:lvl1pPr>
              <a:defRPr sz="2025" b="0">
                <a:solidFill>
                  <a:srgbClr val="B7C3D1"/>
                </a:solidFill>
                <a:latin typeface="Arial"/>
                <a:ea typeface="Arial"/>
                <a:cs typeface="Arial"/>
              </a:defRPr>
            </a:lvl1pPr>
            <a:lvl2pPr>
              <a:defRPr sz="2025" b="0">
                <a:solidFill>
                  <a:srgbClr val="B7C3D1"/>
                </a:solidFill>
                <a:latin typeface="Arial"/>
                <a:ea typeface="Arial"/>
                <a:cs typeface="Arial"/>
              </a:defRPr>
            </a:lvl2pPr>
            <a:lvl3pPr>
              <a:defRPr sz="2025" b="0">
                <a:solidFill>
                  <a:srgbClr val="B7C3D1"/>
                </a:solidFill>
                <a:latin typeface="Arial"/>
                <a:ea typeface="Arial"/>
                <a:cs typeface="Arial"/>
              </a:defRPr>
            </a:lvl3pPr>
            <a:lvl4pPr>
              <a:defRPr sz="2025" b="0">
                <a:solidFill>
                  <a:srgbClr val="B7C3D1"/>
                </a:solidFill>
                <a:latin typeface="Arial"/>
                <a:ea typeface="Arial"/>
                <a:cs typeface="Arial"/>
              </a:defRPr>
            </a:lvl4pPr>
            <a:lvl5pPr>
              <a:defRPr sz="2025" b="0">
                <a:solidFill>
                  <a:srgbClr val="B7C3D1"/>
                </a:solidFill>
                <a:latin typeface="Arial"/>
                <a:ea typeface="Arial"/>
                <a:cs typeface="Arial"/>
              </a:defRPr>
            </a:lvl5pPr>
            <a:lvl6pPr>
              <a:defRPr sz="2025" b="0">
                <a:solidFill>
                  <a:srgbClr val="B7C3D1"/>
                </a:solidFill>
                <a:latin typeface="Arial"/>
                <a:ea typeface="Arial"/>
                <a:cs typeface="Arial"/>
              </a:defRPr>
            </a:lvl6pPr>
            <a:lvl7pPr>
              <a:defRPr sz="2025" b="0">
                <a:solidFill>
                  <a:srgbClr val="B7C3D1"/>
                </a:solidFill>
                <a:latin typeface="Arial"/>
                <a:ea typeface="Arial"/>
                <a:cs typeface="Arial"/>
              </a:defRPr>
            </a:lvl7pPr>
            <a:lvl8pPr>
              <a:defRPr sz="2025" b="0">
                <a:solidFill>
                  <a:srgbClr val="B7C3D1"/>
                </a:solidFill>
                <a:latin typeface="Arial"/>
                <a:ea typeface="Arial"/>
                <a:cs typeface="Arial"/>
              </a:defRPr>
            </a:lvl8pPr>
            <a:lvl9pPr>
              <a:defRPr sz="2025" b="0">
                <a:solidFill>
                  <a:srgbClr val="B7C3D1"/>
                </a:solidFill>
                <a:latin typeface="Arial"/>
                <a:ea typeface="Arial"/>
                <a:cs typeface="Arial"/>
              </a:defRPr>
            </a:lvl9pPr>
          </a:lstStyle>
          <a:p xmlns:a="http://schemas.openxmlformats.org/drawingml/2006/main">
            <a:pPr>
              <a:defRPr sz="2025" b="0">
                <a:solidFill>
                  <a:srgbClr val="B7C3D1"/>
                </a:solidFill>
                <a:latin typeface="Arial"/>
                <a:ea typeface="Arial"/>
                <a:cs typeface="Arial"/>
              </a:defRPr>
            </a:pPr>
            <a:r>
              <a:rPr sz="2025" b="0">
                <a:solidFill>
                  <a:srgbClr val="B7C3D1"/>
                </a:solidFill>
                <a:latin typeface="Arial"/>
                <a:ea typeface="Arial"/>
                <a:cs typeface="Arial"/>
              </a:rPr>
              <a:t>Herramientas fuera del repositorio: C:\StockQuestTools</a:t>
            </a:r>
          </a:p>
        </p:txBody>
      </p:sp>
    </p:spTree>
    <p:extLst>
      <p:ext uri="{BB962C8B-B14F-4D97-AF65-F5344CB8AC3E}">
        <p14:creationId xmlns:p14="http://schemas.microsoft.com/office/powerpoint/2010/main" val="737505803"/>
      </p:ext>
    </p:extLst>
  </p:cSld>
</p:sld>
</file>

<file path=ppt/slides/slide3.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FB4FDE-A762-41FD-9092-B8245598383E}"/>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Descarga y extracción de Prometheus</a:t>
            </a:r>
          </a:p>
        </p:txBody>
      </p:sp>
      <p:sp>
        <p:nvSpPr>
          <p:cNvPr id="2" name="">
            <a:extLst xmlns:a="http://schemas.openxmlformats.org/drawingml/2006/main">
              <a:ext uri="{FF2B5EF4-FFF2-40B4-BE49-F238E27FC236}">
                <a16:creationId xmlns:a16="http://schemas.microsoft.com/office/drawing/2014/main" id="{DC5ACF0C-0802-4667-A1A8-42871C77C5D6}"/>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03</a:t>
            </a:r>
          </a:p>
        </p:txBody>
      </p:sp>
      <p:sp>
        <p:nvSpPr>
          <p:cNvPr id="3" name="">
            <a:extLst xmlns:a="http://schemas.openxmlformats.org/drawingml/2006/main">
              <a:ext uri="{FF2B5EF4-FFF2-40B4-BE49-F238E27FC236}">
                <a16:creationId xmlns:a16="http://schemas.microsoft.com/office/drawing/2014/main" id="{D32E3FB3-7F53-4513-8BBE-3E6250154672}"/>
              </a:ext>
            </a:extLst>
          </p:cNvPr>
          <p:cNvSpPr>
            <a:spLocks xmlns:a="http://schemas.openxmlformats.org/drawingml/2006/main" noGrp="1"/>
          </p:cNvSpPr>
          <p:nvPr/>
        </p:nvSpPr>
        <p:spPr>
          <a:xfrm xmlns:a="http://schemas.openxmlformats.org/drawingml/2006/main">
            <a:off x="609600" y="1619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9933"/>
                </a:solidFill>
                <a:latin typeface="Arial"/>
                <a:ea typeface="Arial"/>
                <a:cs typeface="Arial"/>
              </a:defRPr>
            </a:defPPr>
            <a:lvl1pPr>
              <a:defRPr sz="2400" b="1">
                <a:solidFill>
                  <a:srgbClr val="FF9933"/>
                </a:solidFill>
                <a:latin typeface="Arial"/>
                <a:ea typeface="Arial"/>
                <a:cs typeface="Arial"/>
              </a:defRPr>
            </a:lvl1pPr>
            <a:lvl2pPr>
              <a:defRPr sz="2400" b="1">
                <a:solidFill>
                  <a:srgbClr val="FF9933"/>
                </a:solidFill>
                <a:latin typeface="Arial"/>
                <a:ea typeface="Arial"/>
                <a:cs typeface="Arial"/>
              </a:defRPr>
            </a:lvl2pPr>
            <a:lvl3pPr>
              <a:defRPr sz="2400" b="1">
                <a:solidFill>
                  <a:srgbClr val="FF9933"/>
                </a:solidFill>
                <a:latin typeface="Arial"/>
                <a:ea typeface="Arial"/>
                <a:cs typeface="Arial"/>
              </a:defRPr>
            </a:lvl3pPr>
            <a:lvl4pPr>
              <a:defRPr sz="2400" b="1">
                <a:solidFill>
                  <a:srgbClr val="FF9933"/>
                </a:solidFill>
                <a:latin typeface="Arial"/>
                <a:ea typeface="Arial"/>
                <a:cs typeface="Arial"/>
              </a:defRPr>
            </a:lvl4pPr>
            <a:lvl5pPr>
              <a:defRPr sz="2400" b="1">
                <a:solidFill>
                  <a:srgbClr val="FF9933"/>
                </a:solidFill>
                <a:latin typeface="Arial"/>
                <a:ea typeface="Arial"/>
                <a:cs typeface="Arial"/>
              </a:defRPr>
            </a:lvl5pPr>
            <a:lvl6pPr>
              <a:defRPr sz="2400" b="1">
                <a:solidFill>
                  <a:srgbClr val="FF9933"/>
                </a:solidFill>
                <a:latin typeface="Arial"/>
                <a:ea typeface="Arial"/>
                <a:cs typeface="Arial"/>
              </a:defRPr>
            </a:lvl6pPr>
            <a:lvl7pPr>
              <a:defRPr sz="2400" b="1">
                <a:solidFill>
                  <a:srgbClr val="FF9933"/>
                </a:solidFill>
                <a:latin typeface="Arial"/>
                <a:ea typeface="Arial"/>
                <a:cs typeface="Arial"/>
              </a:defRPr>
            </a:lvl7pPr>
            <a:lvl8pPr>
              <a:defRPr sz="2400" b="1">
                <a:solidFill>
                  <a:srgbClr val="FF9933"/>
                </a:solidFill>
                <a:latin typeface="Arial"/>
                <a:ea typeface="Arial"/>
                <a:cs typeface="Arial"/>
              </a:defRPr>
            </a:lvl8pPr>
            <a:lvl9pPr>
              <a:defRPr sz="2400" b="1">
                <a:solidFill>
                  <a:srgbClr val="FF9933"/>
                </a:solidFill>
                <a:latin typeface="Arial"/>
                <a:ea typeface="Arial"/>
                <a:cs typeface="Arial"/>
              </a:defRPr>
            </a:lvl9pPr>
          </a:lstStyle>
          <a:p xmlns:a="http://schemas.openxmlformats.org/drawingml/2006/main">
            <a:pPr>
              <a:defRPr sz="2400" b="1">
                <a:solidFill>
                  <a:srgbClr val="FF9933"/>
                </a:solidFill>
                <a:latin typeface="Arial"/>
                <a:ea typeface="Arial"/>
                <a:cs typeface="Arial"/>
              </a:defRPr>
            </a:pPr>
            <a:r>
              <a:rPr sz="2400" b="1">
                <a:solidFill>
                  <a:srgbClr val="FF9933"/>
                </a:solidFill>
                <a:latin typeface="Arial"/>
                <a:ea typeface="Arial"/>
                <a:cs typeface="Arial"/>
              </a:rPr>
              <a:t>1. Descarga oficial</a:t>
            </a:r>
          </a:p>
        </p:txBody>
      </p:sp>
      <p:sp>
        <p:nvSpPr>
          <p:cNvPr id="4" name="">
            <a:extLst xmlns:a="http://schemas.openxmlformats.org/drawingml/2006/main">
              <a:ext uri="{FF2B5EF4-FFF2-40B4-BE49-F238E27FC236}">
                <a16:creationId xmlns:a16="http://schemas.microsoft.com/office/drawing/2014/main" id="{8FD676E1-D91C-4FCB-96CB-A42579D6E0CE}"/>
              </a:ext>
            </a:extLst>
          </p:cNvPr>
          <p:cNvSpPr>
            <a:spLocks xmlns:a="http://schemas.openxmlformats.org/drawingml/2006/main" noGrp="1"/>
          </p:cNvSpPr>
          <p:nvPr/>
        </p:nvSpPr>
        <p:spPr>
          <a:xfrm xmlns:a="http://schemas.openxmlformats.org/drawingml/2006/main">
            <a:off x="609600" y="22860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F4F6FA"/>
                </a:solidFill>
                <a:latin typeface="Arial"/>
                <a:ea typeface="Arial"/>
                <a:cs typeface="Arial"/>
              </a:defRPr>
            </a:defPPr>
            <a:lvl1pPr>
              <a:defRPr sz="2250" b="0">
                <a:solidFill>
                  <a:srgbClr val="F4F6FA"/>
                </a:solidFill>
                <a:latin typeface="Arial"/>
                <a:ea typeface="Arial"/>
                <a:cs typeface="Arial"/>
              </a:defRPr>
            </a:lvl1pPr>
            <a:lvl2pPr>
              <a:defRPr sz="2250" b="0">
                <a:solidFill>
                  <a:srgbClr val="F4F6FA"/>
                </a:solidFill>
                <a:latin typeface="Arial"/>
                <a:ea typeface="Arial"/>
                <a:cs typeface="Arial"/>
              </a:defRPr>
            </a:lvl2pPr>
            <a:lvl3pPr>
              <a:defRPr sz="2250" b="0">
                <a:solidFill>
                  <a:srgbClr val="F4F6FA"/>
                </a:solidFill>
                <a:latin typeface="Arial"/>
                <a:ea typeface="Arial"/>
                <a:cs typeface="Arial"/>
              </a:defRPr>
            </a:lvl3pPr>
            <a:lvl4pPr>
              <a:defRPr sz="2250" b="0">
                <a:solidFill>
                  <a:srgbClr val="F4F6FA"/>
                </a:solidFill>
                <a:latin typeface="Arial"/>
                <a:ea typeface="Arial"/>
                <a:cs typeface="Arial"/>
              </a:defRPr>
            </a:lvl4pPr>
            <a:lvl5pPr>
              <a:defRPr sz="2250" b="0">
                <a:solidFill>
                  <a:srgbClr val="F4F6FA"/>
                </a:solidFill>
                <a:latin typeface="Arial"/>
                <a:ea typeface="Arial"/>
                <a:cs typeface="Arial"/>
              </a:defRPr>
            </a:lvl5pPr>
            <a:lvl6pPr>
              <a:defRPr sz="2250" b="0">
                <a:solidFill>
                  <a:srgbClr val="F4F6FA"/>
                </a:solidFill>
                <a:latin typeface="Arial"/>
                <a:ea typeface="Arial"/>
                <a:cs typeface="Arial"/>
              </a:defRPr>
            </a:lvl6pPr>
            <a:lvl7pPr>
              <a:defRPr sz="2250" b="0">
                <a:solidFill>
                  <a:srgbClr val="F4F6FA"/>
                </a:solidFill>
                <a:latin typeface="Arial"/>
                <a:ea typeface="Arial"/>
                <a:cs typeface="Arial"/>
              </a:defRPr>
            </a:lvl7pPr>
            <a:lvl8pPr>
              <a:defRPr sz="2250" b="0">
                <a:solidFill>
                  <a:srgbClr val="F4F6FA"/>
                </a:solidFill>
                <a:latin typeface="Arial"/>
                <a:ea typeface="Arial"/>
                <a:cs typeface="Arial"/>
              </a:defRPr>
            </a:lvl8pPr>
            <a:lvl9pPr>
              <a:defRPr sz="2250" b="0">
                <a:solidFill>
                  <a:srgbClr val="F4F6FA"/>
                </a:solidFill>
                <a:latin typeface="Arial"/>
                <a:ea typeface="Arial"/>
                <a:cs typeface="Arial"/>
              </a:defRPr>
            </a:lvl9pPr>
          </a:lstStyle>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Versión LTS 3.13.4</a:t>
            </a:r>
          </a:p>
          <a:p xmlns:a="http://schemas.openxmlformats.org/drawingml/2006/main">
            <a:pPr>
              <a:defRPr sz="2250" b="0">
                <a:solidFill>
                  <a:srgbClr val="F4F6FA"/>
                </a:solidFill>
                <a:latin typeface="Arial"/>
                <a:ea typeface="Arial"/>
                <a:cs typeface="Arial"/>
              </a:defRPr>
            </a:pPr>
            <a:r>
              <a:rPr sz="2250" b="0">
                <a:solidFill>
                  <a:srgbClr val="F4F6FA"/>
                </a:solidFill>
                <a:latin typeface="Arial"/>
                <a:ea typeface="Arial"/>
                <a:cs typeface="Arial"/>
              </a:rPr>
              <a:t>Windows / amd64 / ZIP</a:t>
            </a:r>
          </a:p>
        </p:txBody>
      </p:sp>
      <p:sp>
        <p:nvSpPr>
          <p:cNvPr id="5" name="">
            <a:extLst xmlns:a="http://schemas.openxmlformats.org/drawingml/2006/main">
              <a:ext uri="{FF2B5EF4-FFF2-40B4-BE49-F238E27FC236}">
                <a16:creationId xmlns:a16="http://schemas.microsoft.com/office/drawing/2014/main" id="{6F30F144-3DD9-4070-8180-C829A9B02C0A}"/>
              </a:ext>
            </a:extLst>
          </p:cNvPr>
          <p:cNvSpPr>
            <a:spLocks xmlns:a="http://schemas.openxmlformats.org/drawingml/2006/main" noGrp="1"/>
          </p:cNvSpPr>
          <p:nvPr/>
        </p:nvSpPr>
        <p:spPr>
          <a:xfrm xmlns:a="http://schemas.openxmlformats.org/drawingml/2006/main">
            <a:off x="6477000" y="1619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9933"/>
                </a:solidFill>
                <a:latin typeface="Arial"/>
                <a:ea typeface="Arial"/>
                <a:cs typeface="Arial"/>
              </a:defRPr>
            </a:defPPr>
            <a:lvl1pPr>
              <a:defRPr sz="2400" b="1">
                <a:solidFill>
                  <a:srgbClr val="FF9933"/>
                </a:solidFill>
                <a:latin typeface="Arial"/>
                <a:ea typeface="Arial"/>
                <a:cs typeface="Arial"/>
              </a:defRPr>
            </a:lvl1pPr>
            <a:lvl2pPr>
              <a:defRPr sz="2400" b="1">
                <a:solidFill>
                  <a:srgbClr val="FF9933"/>
                </a:solidFill>
                <a:latin typeface="Arial"/>
                <a:ea typeface="Arial"/>
                <a:cs typeface="Arial"/>
              </a:defRPr>
            </a:lvl2pPr>
            <a:lvl3pPr>
              <a:defRPr sz="2400" b="1">
                <a:solidFill>
                  <a:srgbClr val="FF9933"/>
                </a:solidFill>
                <a:latin typeface="Arial"/>
                <a:ea typeface="Arial"/>
                <a:cs typeface="Arial"/>
              </a:defRPr>
            </a:lvl3pPr>
            <a:lvl4pPr>
              <a:defRPr sz="2400" b="1">
                <a:solidFill>
                  <a:srgbClr val="FF9933"/>
                </a:solidFill>
                <a:latin typeface="Arial"/>
                <a:ea typeface="Arial"/>
                <a:cs typeface="Arial"/>
              </a:defRPr>
            </a:lvl4pPr>
            <a:lvl5pPr>
              <a:defRPr sz="2400" b="1">
                <a:solidFill>
                  <a:srgbClr val="FF9933"/>
                </a:solidFill>
                <a:latin typeface="Arial"/>
                <a:ea typeface="Arial"/>
                <a:cs typeface="Arial"/>
              </a:defRPr>
            </a:lvl5pPr>
            <a:lvl6pPr>
              <a:defRPr sz="2400" b="1">
                <a:solidFill>
                  <a:srgbClr val="FF9933"/>
                </a:solidFill>
                <a:latin typeface="Arial"/>
                <a:ea typeface="Arial"/>
                <a:cs typeface="Arial"/>
              </a:defRPr>
            </a:lvl6pPr>
            <a:lvl7pPr>
              <a:defRPr sz="2400" b="1">
                <a:solidFill>
                  <a:srgbClr val="FF9933"/>
                </a:solidFill>
                <a:latin typeface="Arial"/>
                <a:ea typeface="Arial"/>
                <a:cs typeface="Arial"/>
              </a:defRPr>
            </a:lvl7pPr>
            <a:lvl8pPr>
              <a:defRPr sz="2400" b="1">
                <a:solidFill>
                  <a:srgbClr val="FF9933"/>
                </a:solidFill>
                <a:latin typeface="Arial"/>
                <a:ea typeface="Arial"/>
                <a:cs typeface="Arial"/>
              </a:defRPr>
            </a:lvl8pPr>
            <a:lvl9pPr>
              <a:defRPr sz="2400" b="1">
                <a:solidFill>
                  <a:srgbClr val="FF9933"/>
                </a:solidFill>
                <a:latin typeface="Arial"/>
                <a:ea typeface="Arial"/>
                <a:cs typeface="Arial"/>
              </a:defRPr>
            </a:lvl9pPr>
          </a:lstStyle>
          <a:p xmlns:a="http://schemas.openxmlformats.org/drawingml/2006/main">
            <a:pPr>
              <a:defRPr sz="2400" b="1">
                <a:solidFill>
                  <a:srgbClr val="FF9933"/>
                </a:solidFill>
                <a:latin typeface="Arial"/>
                <a:ea typeface="Arial"/>
                <a:cs typeface="Arial"/>
              </a:defRPr>
            </a:pPr>
            <a:r>
              <a:rPr sz="2400" b="1">
                <a:solidFill>
                  <a:srgbClr val="FF9933"/>
                </a:solidFill>
                <a:latin typeface="Arial"/>
                <a:ea typeface="Arial"/>
                <a:cs typeface="Arial"/>
              </a:rPr>
              <a:t>2. Extracción local</a:t>
            </a:r>
          </a:p>
        </p:txBody>
      </p:sp>
      <p:sp>
        <p:nvSpPr>
          <p:cNvPr id="6" name="">
            <a:extLst xmlns:a="http://schemas.openxmlformats.org/drawingml/2006/main">
              <a:ext uri="{FF2B5EF4-FFF2-40B4-BE49-F238E27FC236}">
                <a16:creationId xmlns:a16="http://schemas.microsoft.com/office/drawing/2014/main" id="{60B60556-3269-4004-897E-8FB4B5F8A4BF}"/>
              </a:ext>
            </a:extLst>
          </p:cNvPr>
          <p:cNvSpPr>
            <a:spLocks xmlns:a="http://schemas.openxmlformats.org/drawingml/2006/main" noGrp="1"/>
          </p:cNvSpPr>
          <p:nvPr/>
        </p:nvSpPr>
        <p:spPr>
          <a:xfrm xmlns:a="http://schemas.openxmlformats.org/drawingml/2006/main">
            <a:off x="6477000" y="2286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C:\StockQuestTools\prometheus</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Binario: prometheus.exe</a:t>
            </a:r>
          </a:p>
        </p:txBody>
      </p:sp>
      <p:pic>
        <p:nvPicPr>
          <p:cNvPr id="7" name="">
            <a:extLst xmlns:a="http://schemas.openxmlformats.org/drawingml/2006/main">
              <a:ext uri="{FF2B5EF4-FFF2-40B4-BE49-F238E27FC236}">
                <a16:creationId xmlns:a16="http://schemas.microsoft.com/office/drawing/2014/main" id="{9D3B8160-1C1B-4D32-A85F-79F2D6DEBB54}"/>
              </a:ext>
            </a:extLst>
          </p:cNvPr>
          <p:cNvPicPr>
            <a:picLocks xmlns:a="http://schemas.openxmlformats.org/drawingml/2006/main" noChangeAspect="1"/>
          </p:cNvPicPr>
          <p:nvPr/>
        </p:nvPicPr>
        <p:blipFill>
          <a:blip xmlns:r="http://schemas.openxmlformats.org/officeDocument/2006/relationships" xmlns:a="http://schemas.openxmlformats.org/drawingml/2006/main" r:embed="R291cbf6ea4d142ac"/>
          <a:stretch xmlns:a="http://schemas.openxmlformats.org/drawingml/2006/main"/>
        </p:blipFill>
        <p:spPr>
          <a:xfrm xmlns:a="http://schemas.openxmlformats.org/drawingml/2006/main">
            <a:off x="609600" y="3766014"/>
            <a:ext cx="10972800" cy="199297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7B71837-ABEC-4AC4-AC7C-13981FB594E6}"/>
              </a:ext>
            </a:extLst>
          </p:cNvPr>
          <p:cNvSpPr>
            <a:spLocks xmlns:a="http://schemas.openxmlformats.org/drawingml/2006/main" noGrp="1"/>
          </p:cNvSpPr>
          <p:nvPr/>
        </p:nvSpPr>
        <p:spPr>
          <a:xfrm xmlns:a="http://schemas.openxmlformats.org/drawingml/2006/main">
            <a:off x="609600" y="5905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Comprobación inicial: prometheus.exe --version</a:t>
            </a:r>
          </a:p>
        </p:txBody>
      </p:sp>
    </p:spTree>
    <p:extLst>
      <p:ext uri="{BB962C8B-B14F-4D97-AF65-F5344CB8AC3E}">
        <p14:creationId xmlns:p14="http://schemas.microsoft.com/office/powerpoint/2010/main" val="342719172"/>
      </p:ext>
    </p:extLst>
  </p:cSld>
</p:sld>
</file>

<file path=ppt/slides/slide4.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322BE1-710B-40B2-9C19-6BF6EA0FB9B6}"/>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Validación y primer arranque</a:t>
            </a:r>
          </a:p>
        </p:txBody>
      </p:sp>
      <p:sp>
        <p:nvSpPr>
          <p:cNvPr id="2" name="">
            <a:extLst xmlns:a="http://schemas.openxmlformats.org/drawingml/2006/main">
              <a:ext uri="{FF2B5EF4-FFF2-40B4-BE49-F238E27FC236}">
                <a16:creationId xmlns:a16="http://schemas.microsoft.com/office/drawing/2014/main" id="{ECD62ECD-CB3C-4908-AD80-7E36180F0AA2}"/>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04</a:t>
            </a:r>
          </a:p>
        </p:txBody>
      </p:sp>
      <p:sp>
        <p:nvSpPr>
          <p:cNvPr id="3" name="">
            <a:extLst xmlns:a="http://schemas.openxmlformats.org/drawingml/2006/main">
              <a:ext uri="{FF2B5EF4-FFF2-40B4-BE49-F238E27FC236}">
                <a16:creationId xmlns:a16="http://schemas.microsoft.com/office/drawing/2014/main" id="{D87E75CC-5F2E-4BF5-A9D9-4008730225F8}"/>
              </a:ext>
            </a:extLst>
          </p:cNvPr>
          <p:cNvSpPr>
            <a:spLocks xmlns:a="http://schemas.openxmlformats.org/drawingml/2006/main" noGrp="1"/>
          </p:cNvSpPr>
          <p:nvPr/>
        </p:nvSpPr>
        <p:spPr>
          <a:xfrm xmlns:a="http://schemas.openxmlformats.org/drawingml/2006/main">
            <a:off x="609600" y="16668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78CE80"/>
                </a:solidFill>
                <a:latin typeface="Arial"/>
                <a:ea typeface="Arial"/>
                <a:cs typeface="Arial"/>
              </a:defRPr>
            </a:defPPr>
            <a:lvl1pPr>
              <a:defRPr sz="2550" b="1">
                <a:solidFill>
                  <a:srgbClr val="78CE80"/>
                </a:solidFill>
                <a:latin typeface="Arial"/>
                <a:ea typeface="Arial"/>
                <a:cs typeface="Arial"/>
              </a:defRPr>
            </a:lvl1pPr>
            <a:lvl2pPr>
              <a:defRPr sz="2550" b="1">
                <a:solidFill>
                  <a:srgbClr val="78CE80"/>
                </a:solidFill>
                <a:latin typeface="Arial"/>
                <a:ea typeface="Arial"/>
                <a:cs typeface="Arial"/>
              </a:defRPr>
            </a:lvl2pPr>
            <a:lvl3pPr>
              <a:defRPr sz="2550" b="1">
                <a:solidFill>
                  <a:srgbClr val="78CE80"/>
                </a:solidFill>
                <a:latin typeface="Arial"/>
                <a:ea typeface="Arial"/>
                <a:cs typeface="Arial"/>
              </a:defRPr>
            </a:lvl3pPr>
            <a:lvl4pPr>
              <a:defRPr sz="2550" b="1">
                <a:solidFill>
                  <a:srgbClr val="78CE80"/>
                </a:solidFill>
                <a:latin typeface="Arial"/>
                <a:ea typeface="Arial"/>
                <a:cs typeface="Arial"/>
              </a:defRPr>
            </a:lvl4pPr>
            <a:lvl5pPr>
              <a:defRPr sz="2550" b="1">
                <a:solidFill>
                  <a:srgbClr val="78CE80"/>
                </a:solidFill>
                <a:latin typeface="Arial"/>
                <a:ea typeface="Arial"/>
                <a:cs typeface="Arial"/>
              </a:defRPr>
            </a:lvl5pPr>
            <a:lvl6pPr>
              <a:defRPr sz="2550" b="1">
                <a:solidFill>
                  <a:srgbClr val="78CE80"/>
                </a:solidFill>
                <a:latin typeface="Arial"/>
                <a:ea typeface="Arial"/>
                <a:cs typeface="Arial"/>
              </a:defRPr>
            </a:lvl6pPr>
            <a:lvl7pPr>
              <a:defRPr sz="2550" b="1">
                <a:solidFill>
                  <a:srgbClr val="78CE80"/>
                </a:solidFill>
                <a:latin typeface="Arial"/>
                <a:ea typeface="Arial"/>
                <a:cs typeface="Arial"/>
              </a:defRPr>
            </a:lvl7pPr>
            <a:lvl8pPr>
              <a:defRPr sz="2550" b="1">
                <a:solidFill>
                  <a:srgbClr val="78CE80"/>
                </a:solidFill>
                <a:latin typeface="Arial"/>
                <a:ea typeface="Arial"/>
                <a:cs typeface="Arial"/>
              </a:defRPr>
            </a:lvl8pPr>
            <a:lvl9pPr>
              <a:defRPr sz="2550" b="1">
                <a:solidFill>
                  <a:srgbClr val="78CE80"/>
                </a:solidFill>
                <a:latin typeface="Arial"/>
                <a:ea typeface="Arial"/>
                <a:cs typeface="Arial"/>
              </a:defRPr>
            </a:lvl9pPr>
          </a:lstStyle>
          <a:p xmlns:a="http://schemas.openxmlformats.org/drawingml/2006/main">
            <a:pPr>
              <a:defRPr sz="2550" b="1">
                <a:solidFill>
                  <a:srgbClr val="78CE80"/>
                </a:solidFill>
                <a:latin typeface="Arial"/>
                <a:ea typeface="Arial"/>
                <a:cs typeface="Arial"/>
              </a:defRPr>
            </a:pPr>
            <a:r>
              <a:rPr sz="2550" b="1">
                <a:solidFill>
                  <a:srgbClr val="78CE80"/>
                </a:solidFill>
                <a:latin typeface="Arial"/>
                <a:ea typeface="Arial"/>
                <a:cs typeface="Arial"/>
              </a:rPr>
              <a:t>Configuración válida</a:t>
            </a:r>
          </a:p>
        </p:txBody>
      </p:sp>
      <p:sp>
        <p:nvSpPr>
          <p:cNvPr id="4" name="">
            <a:extLst xmlns:a="http://schemas.openxmlformats.org/drawingml/2006/main">
              <a:ext uri="{FF2B5EF4-FFF2-40B4-BE49-F238E27FC236}">
                <a16:creationId xmlns:a16="http://schemas.microsoft.com/office/drawing/2014/main" id="{5499467E-5983-4FB2-8BD3-69951EB93718}"/>
              </a:ext>
            </a:extLst>
          </p:cNvPr>
          <p:cNvSpPr>
            <a:spLocks xmlns:a="http://schemas.openxmlformats.org/drawingml/2006/main" noGrp="1"/>
          </p:cNvSpPr>
          <p:nvPr/>
        </p:nvSpPr>
        <p:spPr>
          <a:xfrm xmlns:a="http://schemas.openxmlformats.org/drawingml/2006/main">
            <a:off x="609600" y="266700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Validamos prometheus.yml</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con promtool.</a:t>
            </a:r>
          </a:p>
          <a:p xmlns:a="http://schemas.openxmlformats.org/drawingml/2006/main">
            <a:r>
              <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Iniciamos en 127.0.0.1:9090.</a:t>
            </a:r>
          </a:p>
          <a:p xmlns:a="http://schemas.openxmlformats.org/drawingml/2006/main">
            <a:r>
              <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Comprobamos el objetivo</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prometheus en estado UP.</a:t>
            </a:r>
          </a:p>
        </p:txBody>
      </p:sp>
      <p:pic>
        <p:nvPicPr>
          <p:cNvPr id="5" name="">
            <a:extLst xmlns:a="http://schemas.openxmlformats.org/drawingml/2006/main">
              <a:ext uri="{FF2B5EF4-FFF2-40B4-BE49-F238E27FC236}">
                <a16:creationId xmlns:a16="http://schemas.microsoft.com/office/drawing/2014/main" id="{4C755D1B-1D75-4091-AE83-76E46B7D3718}"/>
              </a:ext>
            </a:extLst>
          </p:cNvPr>
          <p:cNvPicPr>
            <a:picLocks xmlns:a="http://schemas.openxmlformats.org/drawingml/2006/main" noChangeAspect="1"/>
          </p:cNvPicPr>
          <p:nvPr/>
        </p:nvPicPr>
        <p:blipFill>
          <a:blip xmlns:r="http://schemas.openxmlformats.org/officeDocument/2006/relationships" xmlns:a="http://schemas.openxmlformats.org/drawingml/2006/main" r:embed="Re49c23be2d514767"/>
          <a:stretch xmlns:a="http://schemas.openxmlformats.org/drawingml/2006/main"/>
        </p:blipFill>
        <p:spPr>
          <a:xfrm xmlns:a="http://schemas.openxmlformats.org/drawingml/2006/main">
            <a:off x="4191000" y="1588190"/>
            <a:ext cx="7524750" cy="425312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1482E52-C3EB-4C3B-A6DE-60C04F408BE2}"/>
              </a:ext>
            </a:extLst>
          </p:cNvPr>
          <p:cNvSpPr>
            <a:spLocks xmlns:a="http://schemas.openxmlformats.org/drawingml/2006/main" noGrp="1"/>
          </p:cNvSpPr>
          <p:nvPr/>
        </p:nvSpPr>
        <p:spPr>
          <a:xfrm xmlns:a="http://schemas.openxmlformats.org/drawingml/2006/main">
            <a:off x="609600" y="56197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7C3D1"/>
                </a:solidFill>
                <a:latin typeface="Arial"/>
                <a:ea typeface="Arial"/>
                <a:cs typeface="Arial"/>
              </a:defRPr>
            </a:defPPr>
            <a:lvl1pPr>
              <a:defRPr sz="1800" b="0">
                <a:solidFill>
                  <a:srgbClr val="B7C3D1"/>
                </a:solidFill>
                <a:latin typeface="Arial"/>
                <a:ea typeface="Arial"/>
                <a:cs typeface="Arial"/>
              </a:defRPr>
            </a:lvl1pPr>
            <a:lvl2pPr>
              <a:defRPr sz="1800" b="0">
                <a:solidFill>
                  <a:srgbClr val="B7C3D1"/>
                </a:solidFill>
                <a:latin typeface="Arial"/>
                <a:ea typeface="Arial"/>
                <a:cs typeface="Arial"/>
              </a:defRPr>
            </a:lvl2pPr>
            <a:lvl3pPr>
              <a:defRPr sz="1800" b="0">
                <a:solidFill>
                  <a:srgbClr val="B7C3D1"/>
                </a:solidFill>
                <a:latin typeface="Arial"/>
                <a:ea typeface="Arial"/>
                <a:cs typeface="Arial"/>
              </a:defRPr>
            </a:lvl3pPr>
            <a:lvl4pPr>
              <a:defRPr sz="1800" b="0">
                <a:solidFill>
                  <a:srgbClr val="B7C3D1"/>
                </a:solidFill>
                <a:latin typeface="Arial"/>
                <a:ea typeface="Arial"/>
                <a:cs typeface="Arial"/>
              </a:defRPr>
            </a:lvl4pPr>
            <a:lvl5pPr>
              <a:defRPr sz="1800" b="0">
                <a:solidFill>
                  <a:srgbClr val="B7C3D1"/>
                </a:solidFill>
                <a:latin typeface="Arial"/>
                <a:ea typeface="Arial"/>
                <a:cs typeface="Arial"/>
              </a:defRPr>
            </a:lvl5pPr>
            <a:lvl6pPr>
              <a:defRPr sz="1800" b="0">
                <a:solidFill>
                  <a:srgbClr val="B7C3D1"/>
                </a:solidFill>
                <a:latin typeface="Arial"/>
                <a:ea typeface="Arial"/>
                <a:cs typeface="Arial"/>
              </a:defRPr>
            </a:lvl6pPr>
            <a:lvl7pPr>
              <a:defRPr sz="1800" b="0">
                <a:solidFill>
                  <a:srgbClr val="B7C3D1"/>
                </a:solidFill>
                <a:latin typeface="Arial"/>
                <a:ea typeface="Arial"/>
                <a:cs typeface="Arial"/>
              </a:defRPr>
            </a:lvl7pPr>
            <a:lvl8pPr>
              <a:defRPr sz="1800" b="0">
                <a:solidFill>
                  <a:srgbClr val="B7C3D1"/>
                </a:solidFill>
                <a:latin typeface="Arial"/>
                <a:ea typeface="Arial"/>
                <a:cs typeface="Arial"/>
              </a:defRPr>
            </a:lvl8pPr>
            <a:lvl9pPr>
              <a:defRPr sz="1800" b="0">
                <a:solidFill>
                  <a:srgbClr val="B7C3D1"/>
                </a:solidFill>
                <a:latin typeface="Arial"/>
                <a:ea typeface="Arial"/>
                <a:cs typeface="Arial"/>
              </a:defRPr>
            </a:lvl9pPr>
          </a:lstStyle>
          <a:p xmlns:a="http://schemas.openxmlformats.org/drawingml/2006/main">
            <a:pPr>
              <a:defRPr sz="1800" b="0">
                <a:solidFill>
                  <a:srgbClr val="B7C3D1"/>
                </a:solidFill>
                <a:latin typeface="Arial"/>
                <a:ea typeface="Arial"/>
                <a:cs typeface="Arial"/>
              </a:defRPr>
            </a:pPr>
            <a:r>
              <a:rPr sz="1800" b="0">
                <a:solidFill>
                  <a:srgbClr val="B7C3D1"/>
                </a:solidFill>
                <a:latin typeface="Arial"/>
                <a:ea typeface="Arial"/>
                <a:cs typeface="Arial"/>
              </a:rPr>
              <a:t>Retención local: 2 días / 256 MB</a:t>
            </a:r>
          </a:p>
        </p:txBody>
      </p:sp>
    </p:spTree>
    <p:extLst>
      <p:ext uri="{BB962C8B-B14F-4D97-AF65-F5344CB8AC3E}">
        <p14:creationId xmlns:p14="http://schemas.microsoft.com/office/powerpoint/2010/main" val="220315493"/>
      </p:ext>
    </p:extLst>
  </p:cSld>
</p:sld>
</file>

<file path=ppt/slides/slide5.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8371C0-FB0E-4F98-A815-1BEC2A725FD1}"/>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Descarga y arranque de Grafana OSS</a:t>
            </a:r>
          </a:p>
        </p:txBody>
      </p:sp>
      <p:sp>
        <p:nvSpPr>
          <p:cNvPr id="2" name="">
            <a:extLst xmlns:a="http://schemas.openxmlformats.org/drawingml/2006/main">
              <a:ext uri="{FF2B5EF4-FFF2-40B4-BE49-F238E27FC236}">
                <a16:creationId xmlns:a16="http://schemas.microsoft.com/office/drawing/2014/main" id="{DAD67781-2CCD-40BD-9B66-892BA1EE7024}"/>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05</a:t>
            </a:r>
          </a:p>
        </p:txBody>
      </p:sp>
      <p:sp>
        <p:nvSpPr>
          <p:cNvPr id="3" name="">
            <a:extLst xmlns:a="http://schemas.openxmlformats.org/drawingml/2006/main">
              <a:ext uri="{FF2B5EF4-FFF2-40B4-BE49-F238E27FC236}">
                <a16:creationId xmlns:a16="http://schemas.microsoft.com/office/drawing/2014/main" id="{ACA51C7D-7853-46E0-83E6-E64B009718A7}"/>
              </a:ext>
            </a:extLst>
          </p:cNvPr>
          <p:cNvSpPr>
            <a:spLocks xmlns:a="http://schemas.openxmlformats.org/drawingml/2006/main" noGrp="1"/>
          </p:cNvSpPr>
          <p:nvPr/>
        </p:nvSpPr>
        <p:spPr>
          <a:xfrm xmlns:a="http://schemas.openxmlformats.org/drawingml/2006/main">
            <a:off x="609600" y="1619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9933"/>
                </a:solidFill>
                <a:latin typeface="Arial"/>
                <a:ea typeface="Arial"/>
                <a:cs typeface="Arial"/>
              </a:defRPr>
            </a:defPPr>
            <a:lvl1pPr>
              <a:defRPr sz="2550" b="1">
                <a:solidFill>
                  <a:srgbClr val="FF9933"/>
                </a:solidFill>
                <a:latin typeface="Arial"/>
                <a:ea typeface="Arial"/>
                <a:cs typeface="Arial"/>
              </a:defRPr>
            </a:lvl1pPr>
            <a:lvl2pPr>
              <a:defRPr sz="2550" b="1">
                <a:solidFill>
                  <a:srgbClr val="FF9933"/>
                </a:solidFill>
                <a:latin typeface="Arial"/>
                <a:ea typeface="Arial"/>
                <a:cs typeface="Arial"/>
              </a:defRPr>
            </a:lvl2pPr>
            <a:lvl3pPr>
              <a:defRPr sz="2550" b="1">
                <a:solidFill>
                  <a:srgbClr val="FF9933"/>
                </a:solidFill>
                <a:latin typeface="Arial"/>
                <a:ea typeface="Arial"/>
                <a:cs typeface="Arial"/>
              </a:defRPr>
            </a:lvl3pPr>
            <a:lvl4pPr>
              <a:defRPr sz="2550" b="1">
                <a:solidFill>
                  <a:srgbClr val="FF9933"/>
                </a:solidFill>
                <a:latin typeface="Arial"/>
                <a:ea typeface="Arial"/>
                <a:cs typeface="Arial"/>
              </a:defRPr>
            </a:lvl4pPr>
            <a:lvl5pPr>
              <a:defRPr sz="2550" b="1">
                <a:solidFill>
                  <a:srgbClr val="FF9933"/>
                </a:solidFill>
                <a:latin typeface="Arial"/>
                <a:ea typeface="Arial"/>
                <a:cs typeface="Arial"/>
              </a:defRPr>
            </a:lvl5pPr>
            <a:lvl6pPr>
              <a:defRPr sz="2550" b="1">
                <a:solidFill>
                  <a:srgbClr val="FF9933"/>
                </a:solidFill>
                <a:latin typeface="Arial"/>
                <a:ea typeface="Arial"/>
                <a:cs typeface="Arial"/>
              </a:defRPr>
            </a:lvl6pPr>
            <a:lvl7pPr>
              <a:defRPr sz="2550" b="1">
                <a:solidFill>
                  <a:srgbClr val="FF9933"/>
                </a:solidFill>
                <a:latin typeface="Arial"/>
                <a:ea typeface="Arial"/>
                <a:cs typeface="Arial"/>
              </a:defRPr>
            </a:lvl7pPr>
            <a:lvl8pPr>
              <a:defRPr sz="2550" b="1">
                <a:solidFill>
                  <a:srgbClr val="FF9933"/>
                </a:solidFill>
                <a:latin typeface="Arial"/>
                <a:ea typeface="Arial"/>
                <a:cs typeface="Arial"/>
              </a:defRPr>
            </a:lvl8pPr>
            <a:lvl9pPr>
              <a:defRPr sz="2550" b="1">
                <a:solidFill>
                  <a:srgbClr val="FF9933"/>
                </a:solidFill>
                <a:latin typeface="Arial"/>
                <a:ea typeface="Arial"/>
                <a:cs typeface="Arial"/>
              </a:defRPr>
            </a:lvl9pPr>
          </a:lstStyle>
          <a:p xmlns:a="http://schemas.openxmlformats.org/drawingml/2006/main">
            <a:pPr>
              <a:defRPr sz="2550" b="1">
                <a:solidFill>
                  <a:srgbClr val="FF9933"/>
                </a:solidFill>
                <a:latin typeface="Arial"/>
                <a:ea typeface="Arial"/>
                <a:cs typeface="Arial"/>
              </a:defRPr>
            </a:pPr>
            <a:r>
              <a:rPr sz="2550" b="1">
                <a:solidFill>
                  <a:srgbClr val="FF9933"/>
                </a:solidFill>
                <a:latin typeface="Arial"/>
                <a:ea typeface="Arial"/>
                <a:cs typeface="Arial"/>
              </a:rPr>
              <a:t>Paquete nativo de Windows</a:t>
            </a:r>
          </a:p>
        </p:txBody>
      </p:sp>
      <p:sp>
        <p:nvSpPr>
          <p:cNvPr id="4" name="">
            <a:extLst xmlns:a="http://schemas.openxmlformats.org/drawingml/2006/main">
              <a:ext uri="{FF2B5EF4-FFF2-40B4-BE49-F238E27FC236}">
                <a16:creationId xmlns:a16="http://schemas.microsoft.com/office/drawing/2014/main" id="{F0BD2D2D-2DAF-40C3-A5D3-0BCD04262E07}"/>
              </a:ext>
            </a:extLst>
          </p:cNvPr>
          <p:cNvSpPr>
            <a:spLocks xmlns:a="http://schemas.openxmlformats.org/drawingml/2006/main" noGrp="1"/>
          </p:cNvSpPr>
          <p:nvPr/>
        </p:nvSpPr>
        <p:spPr>
          <a:xfrm xmlns:a="http://schemas.openxmlformats.org/drawingml/2006/main">
            <a:off x="609600" y="2333625"/>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6FA"/>
                </a:solidFill>
                <a:latin typeface="Arial"/>
                <a:ea typeface="Arial"/>
                <a:cs typeface="Arial"/>
              </a:defRPr>
            </a:defPPr>
            <a:lvl1pPr>
              <a:defRPr sz="2175" b="0">
                <a:solidFill>
                  <a:srgbClr val="F4F6FA"/>
                </a:solidFill>
                <a:latin typeface="Arial"/>
                <a:ea typeface="Arial"/>
                <a:cs typeface="Arial"/>
              </a:defRPr>
            </a:lvl1pPr>
            <a:lvl2pPr>
              <a:defRPr sz="2175" b="0">
                <a:solidFill>
                  <a:srgbClr val="F4F6FA"/>
                </a:solidFill>
                <a:latin typeface="Arial"/>
                <a:ea typeface="Arial"/>
                <a:cs typeface="Arial"/>
              </a:defRPr>
            </a:lvl2pPr>
            <a:lvl3pPr>
              <a:defRPr sz="2175" b="0">
                <a:solidFill>
                  <a:srgbClr val="F4F6FA"/>
                </a:solidFill>
                <a:latin typeface="Arial"/>
                <a:ea typeface="Arial"/>
                <a:cs typeface="Arial"/>
              </a:defRPr>
            </a:lvl3pPr>
            <a:lvl4pPr>
              <a:defRPr sz="2175" b="0">
                <a:solidFill>
                  <a:srgbClr val="F4F6FA"/>
                </a:solidFill>
                <a:latin typeface="Arial"/>
                <a:ea typeface="Arial"/>
                <a:cs typeface="Arial"/>
              </a:defRPr>
            </a:lvl4pPr>
            <a:lvl5pPr>
              <a:defRPr sz="2175" b="0">
                <a:solidFill>
                  <a:srgbClr val="F4F6FA"/>
                </a:solidFill>
                <a:latin typeface="Arial"/>
                <a:ea typeface="Arial"/>
                <a:cs typeface="Arial"/>
              </a:defRPr>
            </a:lvl5pPr>
            <a:lvl6pPr>
              <a:defRPr sz="2175" b="0">
                <a:solidFill>
                  <a:srgbClr val="F4F6FA"/>
                </a:solidFill>
                <a:latin typeface="Arial"/>
                <a:ea typeface="Arial"/>
                <a:cs typeface="Arial"/>
              </a:defRPr>
            </a:lvl6pPr>
            <a:lvl7pPr>
              <a:defRPr sz="2175" b="0">
                <a:solidFill>
                  <a:srgbClr val="F4F6FA"/>
                </a:solidFill>
                <a:latin typeface="Arial"/>
                <a:ea typeface="Arial"/>
                <a:cs typeface="Arial"/>
              </a:defRPr>
            </a:lvl7pPr>
            <a:lvl8pPr>
              <a:defRPr sz="2175" b="0">
                <a:solidFill>
                  <a:srgbClr val="F4F6FA"/>
                </a:solidFill>
                <a:latin typeface="Arial"/>
                <a:ea typeface="Arial"/>
                <a:cs typeface="Arial"/>
              </a:defRPr>
            </a:lvl8pPr>
            <a:lvl9pPr>
              <a:defRPr sz="2175" b="0">
                <a:solidFill>
                  <a:srgbClr val="F4F6FA"/>
                </a:solidFill>
                <a:latin typeface="Arial"/>
                <a:ea typeface="Arial"/>
                <a:cs typeface="Arial"/>
              </a:defRPr>
            </a:lvl9pPr>
          </a:lstStyle>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Descargamos Grafana OSS 13.2.4 y extraímos el paquete.</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Carpeta: C:\StockQuestTools\grafana</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Conservamos bin, conf y public en esa ubicación.</a:t>
            </a:r>
          </a:p>
        </p:txBody>
      </p:sp>
      <p:pic>
        <p:nvPicPr>
          <p:cNvPr id="5" name="">
            <a:extLst xmlns:a="http://schemas.openxmlformats.org/drawingml/2006/main">
              <a:ext uri="{FF2B5EF4-FFF2-40B4-BE49-F238E27FC236}">
                <a16:creationId xmlns:a16="http://schemas.microsoft.com/office/drawing/2014/main" id="{07C0683B-BBC1-421D-9FFE-0BBB48D76499}"/>
              </a:ext>
            </a:extLst>
          </p:cNvPr>
          <p:cNvPicPr>
            <a:picLocks xmlns:a="http://schemas.openxmlformats.org/drawingml/2006/main" noChangeAspect="1"/>
          </p:cNvPicPr>
          <p:nvPr/>
        </p:nvPicPr>
        <p:blipFill>
          <a:blip xmlns:r="http://schemas.openxmlformats.org/officeDocument/2006/relationships" xmlns:a="http://schemas.openxmlformats.org/drawingml/2006/main" r:embed="Re9a84624d32d4765"/>
          <a:stretch xmlns:a="http://schemas.openxmlformats.org/drawingml/2006/main"/>
        </p:blipFill>
        <p:spPr>
          <a:xfrm xmlns:a="http://schemas.openxmlformats.org/drawingml/2006/main">
            <a:off x="1248556" y="3952875"/>
            <a:ext cx="6246838" cy="2143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6F5CA48-B582-4D20-9E35-E20169AB4B9B}"/>
              </a:ext>
            </a:extLst>
          </p:cNvPr>
          <p:cNvSpPr>
            <a:spLocks xmlns:a="http://schemas.openxmlformats.org/drawingml/2006/main" noGrp="1"/>
          </p:cNvSpPr>
          <p:nvPr/>
        </p:nvSpPr>
        <p:spPr>
          <a:xfrm xmlns:a="http://schemas.openxmlformats.org/drawingml/2006/main">
            <a:off x="8572500" y="4000500"/>
            <a:ext cx="300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C3D1"/>
                </a:solidFill>
                <a:latin typeface="Arial"/>
                <a:ea typeface="Arial"/>
                <a:cs typeface="Arial"/>
              </a:defRPr>
            </a:defPPr>
            <a:lvl1pPr>
              <a:defRPr sz="1875" b="0">
                <a:solidFill>
                  <a:srgbClr val="B7C3D1"/>
                </a:solidFill>
                <a:latin typeface="Arial"/>
                <a:ea typeface="Arial"/>
                <a:cs typeface="Arial"/>
              </a:defRPr>
            </a:lvl1pPr>
            <a:lvl2pPr>
              <a:defRPr sz="1875" b="0">
                <a:solidFill>
                  <a:srgbClr val="B7C3D1"/>
                </a:solidFill>
                <a:latin typeface="Arial"/>
                <a:ea typeface="Arial"/>
                <a:cs typeface="Arial"/>
              </a:defRPr>
            </a:lvl2pPr>
            <a:lvl3pPr>
              <a:defRPr sz="1875" b="0">
                <a:solidFill>
                  <a:srgbClr val="B7C3D1"/>
                </a:solidFill>
                <a:latin typeface="Arial"/>
                <a:ea typeface="Arial"/>
                <a:cs typeface="Arial"/>
              </a:defRPr>
            </a:lvl3pPr>
            <a:lvl4pPr>
              <a:defRPr sz="1875" b="0">
                <a:solidFill>
                  <a:srgbClr val="B7C3D1"/>
                </a:solidFill>
                <a:latin typeface="Arial"/>
                <a:ea typeface="Arial"/>
                <a:cs typeface="Arial"/>
              </a:defRPr>
            </a:lvl4pPr>
            <a:lvl5pPr>
              <a:defRPr sz="1875" b="0">
                <a:solidFill>
                  <a:srgbClr val="B7C3D1"/>
                </a:solidFill>
                <a:latin typeface="Arial"/>
                <a:ea typeface="Arial"/>
                <a:cs typeface="Arial"/>
              </a:defRPr>
            </a:lvl5pPr>
            <a:lvl6pPr>
              <a:defRPr sz="1875" b="0">
                <a:solidFill>
                  <a:srgbClr val="B7C3D1"/>
                </a:solidFill>
                <a:latin typeface="Arial"/>
                <a:ea typeface="Arial"/>
                <a:cs typeface="Arial"/>
              </a:defRPr>
            </a:lvl6pPr>
            <a:lvl7pPr>
              <a:defRPr sz="1875" b="0">
                <a:solidFill>
                  <a:srgbClr val="B7C3D1"/>
                </a:solidFill>
                <a:latin typeface="Arial"/>
                <a:ea typeface="Arial"/>
                <a:cs typeface="Arial"/>
              </a:defRPr>
            </a:lvl7pPr>
            <a:lvl8pPr>
              <a:defRPr sz="1875" b="0">
                <a:solidFill>
                  <a:srgbClr val="B7C3D1"/>
                </a:solidFill>
                <a:latin typeface="Arial"/>
                <a:ea typeface="Arial"/>
                <a:cs typeface="Arial"/>
              </a:defRPr>
            </a:lvl8pPr>
            <a:lvl9pPr>
              <a:defRPr sz="1875" b="0">
                <a:solidFill>
                  <a:srgbClr val="B7C3D1"/>
                </a:solidFill>
                <a:latin typeface="Arial"/>
                <a:ea typeface="Arial"/>
                <a:cs typeface="Arial"/>
              </a:defRPr>
            </a:lvl9pPr>
          </a:lstStyle>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Acceso local</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127.0.0.1:3000</a:t>
            </a:r>
          </a:p>
          <a:p xmlns:a="http://schemas.openxmlformats.org/drawingml/2006/main">
            <a:r>
              <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Usuario inicial: admin</a:t>
            </a:r>
          </a:p>
          <a:p xmlns:a="http://schemas.openxmlformats.org/drawingml/2006/main">
            <a:pPr>
              <a:defRPr sz="1875" b="0">
                <a:solidFill>
                  <a:srgbClr val="B7C3D1"/>
                </a:solidFill>
                <a:latin typeface="Arial"/>
                <a:ea typeface="Arial"/>
                <a:cs typeface="Arial"/>
              </a:defRPr>
            </a:pPr>
            <a:r>
              <a:rPr sz="1875" b="0">
                <a:solidFill>
                  <a:srgbClr val="B7C3D1"/>
                </a:solidFill>
                <a:latin typeface="Arial"/>
                <a:ea typeface="Arial"/>
                <a:cs typeface="Arial"/>
              </a:rPr>
              <a:t>Cambio de contraseña</a:t>
            </a:r>
          </a:p>
        </p:txBody>
      </p:sp>
    </p:spTree>
    <p:extLst>
      <p:ext uri="{BB962C8B-B14F-4D97-AF65-F5344CB8AC3E}">
        <p14:creationId xmlns:p14="http://schemas.microsoft.com/office/powerpoint/2010/main" val="80777531"/>
      </p:ext>
    </p:extLst>
  </p:cSld>
</p:sld>
</file>

<file path=ppt/slides/slide6.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030C16-72CF-47F7-9B22-DCCFA0F32586}"/>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Conexión de Grafana con Prometheus</a:t>
            </a:r>
          </a:p>
        </p:txBody>
      </p:sp>
      <p:sp>
        <p:nvSpPr>
          <p:cNvPr id="2" name="">
            <a:extLst xmlns:a="http://schemas.openxmlformats.org/drawingml/2006/main">
              <a:ext uri="{FF2B5EF4-FFF2-40B4-BE49-F238E27FC236}">
                <a16:creationId xmlns:a16="http://schemas.microsoft.com/office/drawing/2014/main" id="{015FE6CD-ECB4-4E08-968E-FFC848CD16A6}"/>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06</a:t>
            </a:r>
          </a:p>
        </p:txBody>
      </p:sp>
      <p:sp>
        <p:nvSpPr>
          <p:cNvPr id="3" name="">
            <a:extLst xmlns:a="http://schemas.openxmlformats.org/drawingml/2006/main">
              <a:ext uri="{FF2B5EF4-FFF2-40B4-BE49-F238E27FC236}">
                <a16:creationId xmlns:a16="http://schemas.microsoft.com/office/drawing/2014/main" id="{642C6EA8-B253-47AB-A9D3-789C4F89ABEF}"/>
              </a:ext>
            </a:extLst>
          </p:cNvPr>
          <p:cNvSpPr>
            <a:spLocks xmlns:a="http://schemas.openxmlformats.org/drawingml/2006/main" noGrp="1"/>
          </p:cNvSpPr>
          <p:nvPr/>
        </p:nvSpPr>
        <p:spPr>
          <a:xfrm xmlns:a="http://schemas.openxmlformats.org/drawingml/2006/main">
            <a:off x="609600" y="16668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9933"/>
                </a:solidFill>
                <a:latin typeface="Arial"/>
                <a:ea typeface="Arial"/>
                <a:cs typeface="Arial"/>
              </a:defRPr>
            </a:defPPr>
            <a:lvl1pPr>
              <a:defRPr sz="2550" b="1">
                <a:solidFill>
                  <a:srgbClr val="FF9933"/>
                </a:solidFill>
                <a:latin typeface="Arial"/>
                <a:ea typeface="Arial"/>
                <a:cs typeface="Arial"/>
              </a:defRPr>
            </a:lvl1pPr>
            <a:lvl2pPr>
              <a:defRPr sz="2550" b="1">
                <a:solidFill>
                  <a:srgbClr val="FF9933"/>
                </a:solidFill>
                <a:latin typeface="Arial"/>
                <a:ea typeface="Arial"/>
                <a:cs typeface="Arial"/>
              </a:defRPr>
            </a:lvl2pPr>
            <a:lvl3pPr>
              <a:defRPr sz="2550" b="1">
                <a:solidFill>
                  <a:srgbClr val="FF9933"/>
                </a:solidFill>
                <a:latin typeface="Arial"/>
                <a:ea typeface="Arial"/>
                <a:cs typeface="Arial"/>
              </a:defRPr>
            </a:lvl3pPr>
            <a:lvl4pPr>
              <a:defRPr sz="2550" b="1">
                <a:solidFill>
                  <a:srgbClr val="FF9933"/>
                </a:solidFill>
                <a:latin typeface="Arial"/>
                <a:ea typeface="Arial"/>
                <a:cs typeface="Arial"/>
              </a:defRPr>
            </a:lvl4pPr>
            <a:lvl5pPr>
              <a:defRPr sz="2550" b="1">
                <a:solidFill>
                  <a:srgbClr val="FF9933"/>
                </a:solidFill>
                <a:latin typeface="Arial"/>
                <a:ea typeface="Arial"/>
                <a:cs typeface="Arial"/>
              </a:defRPr>
            </a:lvl5pPr>
            <a:lvl6pPr>
              <a:defRPr sz="2550" b="1">
                <a:solidFill>
                  <a:srgbClr val="FF9933"/>
                </a:solidFill>
                <a:latin typeface="Arial"/>
                <a:ea typeface="Arial"/>
                <a:cs typeface="Arial"/>
              </a:defRPr>
            </a:lvl6pPr>
            <a:lvl7pPr>
              <a:defRPr sz="2550" b="1">
                <a:solidFill>
                  <a:srgbClr val="FF9933"/>
                </a:solidFill>
                <a:latin typeface="Arial"/>
                <a:ea typeface="Arial"/>
                <a:cs typeface="Arial"/>
              </a:defRPr>
            </a:lvl7pPr>
            <a:lvl8pPr>
              <a:defRPr sz="2550" b="1">
                <a:solidFill>
                  <a:srgbClr val="FF9933"/>
                </a:solidFill>
                <a:latin typeface="Arial"/>
                <a:ea typeface="Arial"/>
                <a:cs typeface="Arial"/>
              </a:defRPr>
            </a:lvl8pPr>
            <a:lvl9pPr>
              <a:defRPr sz="2550" b="1">
                <a:solidFill>
                  <a:srgbClr val="FF9933"/>
                </a:solidFill>
                <a:latin typeface="Arial"/>
                <a:ea typeface="Arial"/>
                <a:cs typeface="Arial"/>
              </a:defRPr>
            </a:lvl9pPr>
          </a:lstStyle>
          <a:p xmlns:a="http://schemas.openxmlformats.org/drawingml/2006/main">
            <a:pPr>
              <a:defRPr sz="2550" b="1">
                <a:solidFill>
                  <a:srgbClr val="FF9933"/>
                </a:solidFill>
                <a:latin typeface="Arial"/>
                <a:ea typeface="Arial"/>
                <a:cs typeface="Arial"/>
              </a:defRPr>
            </a:pPr>
            <a:r>
              <a:rPr sz="2550" b="1">
                <a:solidFill>
                  <a:srgbClr val="FF9933"/>
                </a:solidFill>
                <a:latin typeface="Arial"/>
                <a:ea typeface="Arial"/>
                <a:cs typeface="Arial"/>
              </a:rPr>
              <a:t>Fuente de datos</a:t>
            </a:r>
          </a:p>
        </p:txBody>
      </p:sp>
      <p:sp>
        <p:nvSpPr>
          <p:cNvPr id="4" name="">
            <a:extLst xmlns:a="http://schemas.openxmlformats.org/drawingml/2006/main">
              <a:ext uri="{FF2B5EF4-FFF2-40B4-BE49-F238E27FC236}">
                <a16:creationId xmlns:a16="http://schemas.microsoft.com/office/drawing/2014/main" id="{751F22FE-FEEC-4CF3-B9E8-0C52E0F119BF}"/>
              </a:ext>
            </a:extLst>
          </p:cNvPr>
          <p:cNvSpPr>
            <a:spLocks xmlns:a="http://schemas.openxmlformats.org/drawingml/2006/main" noGrp="1"/>
          </p:cNvSpPr>
          <p:nvPr/>
        </p:nvSpPr>
        <p:spPr>
          <a:xfrm xmlns:a="http://schemas.openxmlformats.org/drawingml/2006/main">
            <a:off x="609600" y="2571750"/>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Connections</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Add new connection</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Prometheus</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Add new data source</a:t>
            </a:r>
          </a:p>
        </p:txBody>
      </p:sp>
      <p:sp>
        <p:nvSpPr>
          <p:cNvPr id="5" name="">
            <a:extLst xmlns:a="http://schemas.openxmlformats.org/drawingml/2006/main">
              <a:ext uri="{FF2B5EF4-FFF2-40B4-BE49-F238E27FC236}">
                <a16:creationId xmlns:a16="http://schemas.microsoft.com/office/drawing/2014/main" id="{C3EAE85F-FF03-4F2C-8F04-048ECEBC87E9}"/>
              </a:ext>
            </a:extLst>
          </p:cNvPr>
          <p:cNvSpPr>
            <a:spLocks xmlns:a="http://schemas.openxmlformats.org/drawingml/2006/main" noGrp="1"/>
          </p:cNvSpPr>
          <p:nvPr/>
        </p:nvSpPr>
        <p:spPr>
          <a:xfrm xmlns:a="http://schemas.openxmlformats.org/drawingml/2006/main">
            <a:off x="609600" y="4905375"/>
            <a:ext cx="3381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C3D1"/>
                </a:solidFill>
                <a:latin typeface="Arial"/>
                <a:ea typeface="Arial"/>
                <a:cs typeface="Arial"/>
              </a:defRPr>
            </a:defPPr>
            <a:lvl1pPr>
              <a:defRPr sz="1950" b="0">
                <a:solidFill>
                  <a:srgbClr val="B7C3D1"/>
                </a:solidFill>
                <a:latin typeface="Arial"/>
                <a:ea typeface="Arial"/>
                <a:cs typeface="Arial"/>
              </a:defRPr>
            </a:lvl1pPr>
            <a:lvl2pPr>
              <a:defRPr sz="1950" b="0">
                <a:solidFill>
                  <a:srgbClr val="B7C3D1"/>
                </a:solidFill>
                <a:latin typeface="Arial"/>
                <a:ea typeface="Arial"/>
                <a:cs typeface="Arial"/>
              </a:defRPr>
            </a:lvl2pPr>
            <a:lvl3pPr>
              <a:defRPr sz="1950" b="0">
                <a:solidFill>
                  <a:srgbClr val="B7C3D1"/>
                </a:solidFill>
                <a:latin typeface="Arial"/>
                <a:ea typeface="Arial"/>
                <a:cs typeface="Arial"/>
              </a:defRPr>
            </a:lvl3pPr>
            <a:lvl4pPr>
              <a:defRPr sz="1950" b="0">
                <a:solidFill>
                  <a:srgbClr val="B7C3D1"/>
                </a:solidFill>
                <a:latin typeface="Arial"/>
                <a:ea typeface="Arial"/>
                <a:cs typeface="Arial"/>
              </a:defRPr>
            </a:lvl4pPr>
            <a:lvl5pPr>
              <a:defRPr sz="1950" b="0">
                <a:solidFill>
                  <a:srgbClr val="B7C3D1"/>
                </a:solidFill>
                <a:latin typeface="Arial"/>
                <a:ea typeface="Arial"/>
                <a:cs typeface="Arial"/>
              </a:defRPr>
            </a:lvl5pPr>
            <a:lvl6pPr>
              <a:defRPr sz="1950" b="0">
                <a:solidFill>
                  <a:srgbClr val="B7C3D1"/>
                </a:solidFill>
                <a:latin typeface="Arial"/>
                <a:ea typeface="Arial"/>
                <a:cs typeface="Arial"/>
              </a:defRPr>
            </a:lvl6pPr>
            <a:lvl7pPr>
              <a:defRPr sz="1950" b="0">
                <a:solidFill>
                  <a:srgbClr val="B7C3D1"/>
                </a:solidFill>
                <a:latin typeface="Arial"/>
                <a:ea typeface="Arial"/>
                <a:cs typeface="Arial"/>
              </a:defRPr>
            </a:lvl7pPr>
            <a:lvl8pPr>
              <a:defRPr sz="1950" b="0">
                <a:solidFill>
                  <a:srgbClr val="B7C3D1"/>
                </a:solidFill>
                <a:latin typeface="Arial"/>
                <a:ea typeface="Arial"/>
                <a:cs typeface="Arial"/>
              </a:defRPr>
            </a:lvl8pPr>
            <a:lvl9pPr>
              <a:defRPr sz="1950" b="0">
                <a:solidFill>
                  <a:srgbClr val="B7C3D1"/>
                </a:solidFill>
                <a:latin typeface="Arial"/>
                <a:ea typeface="Arial"/>
                <a:cs typeface="Arial"/>
              </a:defRPr>
            </a:lvl9pPr>
          </a:lstStyle>
          <a:p xmlns:a="http://schemas.openxmlformats.org/drawingml/2006/main">
            <a:pPr>
              <a:defRPr sz="1950" b="0">
                <a:solidFill>
                  <a:srgbClr val="B7C3D1"/>
                </a:solidFill>
                <a:latin typeface="Arial"/>
                <a:ea typeface="Arial"/>
                <a:cs typeface="Arial"/>
              </a:defRPr>
            </a:pPr>
            <a:r>
              <a:rPr sz="1950" b="0">
                <a:solidFill>
                  <a:srgbClr val="B7C3D1"/>
                </a:solidFill>
                <a:latin typeface="Arial"/>
                <a:ea typeface="Arial"/>
                <a:cs typeface="Arial"/>
              </a:rPr>
              <a:t>URL: 127.0.0.1:9090</a:t>
            </a:r>
          </a:p>
          <a:p xmlns:a="http://schemas.openxmlformats.org/drawingml/2006/main">
            <a:pPr>
              <a:defRPr sz="1950" b="0">
                <a:solidFill>
                  <a:srgbClr val="B7C3D1"/>
                </a:solidFill>
                <a:latin typeface="Arial"/>
                <a:ea typeface="Arial"/>
                <a:cs typeface="Arial"/>
              </a:defRPr>
            </a:pPr>
            <a:r>
              <a:rPr sz="1950" b="0">
                <a:solidFill>
                  <a:srgbClr val="B7C3D1"/>
                </a:solidFill>
                <a:latin typeface="Arial"/>
                <a:ea typeface="Arial"/>
                <a:cs typeface="Arial"/>
              </a:rPr>
              <a:t>No authentication</a:t>
            </a:r>
          </a:p>
          <a:p xmlns:a="http://schemas.openxmlformats.org/drawingml/2006/main">
            <a:pPr>
              <a:defRPr sz="1950" b="0">
                <a:solidFill>
                  <a:srgbClr val="B7C3D1"/>
                </a:solidFill>
                <a:latin typeface="Arial"/>
                <a:ea typeface="Arial"/>
                <a:cs typeface="Arial"/>
              </a:defRPr>
            </a:pPr>
            <a:r>
              <a:rPr sz="1950" b="0">
                <a:solidFill>
                  <a:srgbClr val="B7C3D1"/>
                </a:solidFill>
                <a:latin typeface="Arial"/>
                <a:ea typeface="Arial"/>
                <a:cs typeface="Arial"/>
              </a:rPr>
              <a:t>Save &amp; test</a:t>
            </a:r>
          </a:p>
        </p:txBody>
      </p:sp>
      <p:pic>
        <p:nvPicPr>
          <p:cNvPr id="6" name="">
            <a:extLst xmlns:a="http://schemas.openxmlformats.org/drawingml/2006/main">
              <a:ext uri="{FF2B5EF4-FFF2-40B4-BE49-F238E27FC236}">
                <a16:creationId xmlns:a16="http://schemas.microsoft.com/office/drawing/2014/main" id="{9CD7F5F0-81ED-4B0B-9DCB-4FFBAC68301A}"/>
              </a:ext>
            </a:extLst>
          </p:cNvPr>
          <p:cNvPicPr>
            <a:picLocks xmlns:a="http://schemas.openxmlformats.org/drawingml/2006/main" noChangeAspect="1"/>
          </p:cNvPicPr>
          <p:nvPr/>
        </p:nvPicPr>
        <p:blipFill>
          <a:blip xmlns:r="http://schemas.openxmlformats.org/officeDocument/2006/relationships" xmlns:a="http://schemas.openxmlformats.org/drawingml/2006/main" r:embed="Rd924a0ec662f422c"/>
          <a:stretch xmlns:a="http://schemas.openxmlformats.org/drawingml/2006/main"/>
        </p:blipFill>
        <p:spPr>
          <a:xfrm xmlns:a="http://schemas.openxmlformats.org/drawingml/2006/main">
            <a:off x="4191000" y="1507736"/>
            <a:ext cx="7524750" cy="4414028"/>
          </a:xfrm>
          <a:prstGeom xmlns:a="http://schemas.openxmlformats.org/drawingml/2006/main" prst="rect">
            <a:avLst/>
          </a:prstGeom>
        </p:spPr>
      </p:pic>
    </p:spTree>
    <p:extLst>
      <p:ext uri="{BB962C8B-B14F-4D97-AF65-F5344CB8AC3E}">
        <p14:creationId xmlns:p14="http://schemas.microsoft.com/office/powerpoint/2010/main" val="450068774"/>
      </p:ext>
    </p:extLst>
  </p:cSld>
</p:sld>
</file>

<file path=ppt/slides/slide7.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12B6E1-1F93-43F4-822F-62E80800CEA1}"/>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Instrumentación de los servicios Java</a:t>
            </a:r>
          </a:p>
        </p:txBody>
      </p:sp>
      <p:sp>
        <p:nvSpPr>
          <p:cNvPr id="2" name="">
            <a:extLst xmlns:a="http://schemas.openxmlformats.org/drawingml/2006/main">
              <a:ext uri="{FF2B5EF4-FFF2-40B4-BE49-F238E27FC236}">
                <a16:creationId xmlns:a16="http://schemas.microsoft.com/office/drawing/2014/main" id="{223D38A2-1197-459F-A145-A06704E79DD8}"/>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07</a:t>
            </a:r>
          </a:p>
        </p:txBody>
      </p:sp>
      <p:sp>
        <p:nvSpPr>
          <p:cNvPr id="3" name="">
            <a:extLst xmlns:a="http://schemas.openxmlformats.org/drawingml/2006/main">
              <a:ext uri="{FF2B5EF4-FFF2-40B4-BE49-F238E27FC236}">
                <a16:creationId xmlns:a16="http://schemas.microsoft.com/office/drawing/2014/main" id="{9AA90EE9-B23A-4BA5-9387-EE2DAF52351C}"/>
              </a:ext>
            </a:extLst>
          </p:cNvPr>
          <p:cNvSpPr>
            <a:spLocks xmlns:a="http://schemas.openxmlformats.org/drawingml/2006/main" noGrp="1"/>
          </p:cNvSpPr>
          <p:nvPr/>
        </p:nvSpPr>
        <p:spPr>
          <a:xfrm xmlns:a="http://schemas.openxmlformats.org/drawingml/2006/main">
            <a:off x="609600" y="161925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F9933"/>
                </a:solidFill>
                <a:latin typeface="Arial"/>
                <a:ea typeface="Arial"/>
                <a:cs typeface="Arial"/>
              </a:defRPr>
            </a:defPPr>
            <a:lvl1pPr>
              <a:defRPr sz="2475" b="1">
                <a:solidFill>
                  <a:srgbClr val="FF9933"/>
                </a:solidFill>
                <a:latin typeface="Arial"/>
                <a:ea typeface="Arial"/>
                <a:cs typeface="Arial"/>
              </a:defRPr>
            </a:lvl1pPr>
            <a:lvl2pPr>
              <a:defRPr sz="2475" b="1">
                <a:solidFill>
                  <a:srgbClr val="FF9933"/>
                </a:solidFill>
                <a:latin typeface="Arial"/>
                <a:ea typeface="Arial"/>
                <a:cs typeface="Arial"/>
              </a:defRPr>
            </a:lvl2pPr>
            <a:lvl3pPr>
              <a:defRPr sz="2475" b="1">
                <a:solidFill>
                  <a:srgbClr val="FF9933"/>
                </a:solidFill>
                <a:latin typeface="Arial"/>
                <a:ea typeface="Arial"/>
                <a:cs typeface="Arial"/>
              </a:defRPr>
            </a:lvl3pPr>
            <a:lvl4pPr>
              <a:defRPr sz="2475" b="1">
                <a:solidFill>
                  <a:srgbClr val="FF9933"/>
                </a:solidFill>
                <a:latin typeface="Arial"/>
                <a:ea typeface="Arial"/>
                <a:cs typeface="Arial"/>
              </a:defRPr>
            </a:lvl4pPr>
            <a:lvl5pPr>
              <a:defRPr sz="2475" b="1">
                <a:solidFill>
                  <a:srgbClr val="FF9933"/>
                </a:solidFill>
                <a:latin typeface="Arial"/>
                <a:ea typeface="Arial"/>
                <a:cs typeface="Arial"/>
              </a:defRPr>
            </a:lvl5pPr>
            <a:lvl6pPr>
              <a:defRPr sz="2475" b="1">
                <a:solidFill>
                  <a:srgbClr val="FF9933"/>
                </a:solidFill>
                <a:latin typeface="Arial"/>
                <a:ea typeface="Arial"/>
                <a:cs typeface="Arial"/>
              </a:defRPr>
            </a:lvl6pPr>
            <a:lvl7pPr>
              <a:defRPr sz="2475" b="1">
                <a:solidFill>
                  <a:srgbClr val="FF9933"/>
                </a:solidFill>
                <a:latin typeface="Arial"/>
                <a:ea typeface="Arial"/>
                <a:cs typeface="Arial"/>
              </a:defRPr>
            </a:lvl7pPr>
            <a:lvl8pPr>
              <a:defRPr sz="2475" b="1">
                <a:solidFill>
                  <a:srgbClr val="FF9933"/>
                </a:solidFill>
                <a:latin typeface="Arial"/>
                <a:ea typeface="Arial"/>
                <a:cs typeface="Arial"/>
              </a:defRPr>
            </a:lvl8pPr>
            <a:lvl9pPr>
              <a:defRPr sz="2475" b="1">
                <a:solidFill>
                  <a:srgbClr val="FF9933"/>
                </a:solidFill>
                <a:latin typeface="Arial"/>
                <a:ea typeface="Arial"/>
                <a:cs typeface="Arial"/>
              </a:defRPr>
            </a:lvl9pPr>
          </a:lstStyle>
          <a:p xmlns:a="http://schemas.openxmlformats.org/drawingml/2006/main">
            <a:pPr>
              <a:defRPr sz="2475" b="1">
                <a:solidFill>
                  <a:srgbClr val="FF9933"/>
                </a:solidFill>
                <a:latin typeface="Arial"/>
                <a:ea typeface="Arial"/>
                <a:cs typeface="Arial"/>
              </a:defRPr>
            </a:pPr>
            <a:r>
              <a:rPr sz="2475" b="1">
                <a:solidFill>
                  <a:srgbClr val="FF9933"/>
                </a:solidFill>
                <a:latin typeface="Arial"/>
                <a:ea typeface="Arial"/>
                <a:cs typeface="Arial"/>
              </a:rPr>
              <a:t>Dependencias por servicio</a:t>
            </a:r>
          </a:p>
        </p:txBody>
      </p:sp>
      <p:sp>
        <p:nvSpPr>
          <p:cNvPr id="4" name="">
            <a:extLst xmlns:a="http://schemas.openxmlformats.org/drawingml/2006/main">
              <a:ext uri="{FF2B5EF4-FFF2-40B4-BE49-F238E27FC236}">
                <a16:creationId xmlns:a16="http://schemas.microsoft.com/office/drawing/2014/main" id="{348446F9-BF35-4A8D-875A-7C873C4C583C}"/>
              </a:ext>
            </a:extLst>
          </p:cNvPr>
          <p:cNvSpPr>
            <a:spLocks xmlns:a="http://schemas.openxmlformats.org/drawingml/2006/main" noGrp="1"/>
          </p:cNvSpPr>
          <p:nvPr/>
        </p:nvSpPr>
        <p:spPr>
          <a:xfrm xmlns:a="http://schemas.openxmlformats.org/drawingml/2006/main">
            <a:off x="609600" y="2476500"/>
            <a:ext cx="5619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6FA"/>
                </a:solidFill>
                <a:latin typeface="Arial"/>
                <a:ea typeface="Arial"/>
                <a:cs typeface="Arial"/>
              </a:defRPr>
            </a:defPPr>
            <a:lvl1pPr>
              <a:defRPr sz="2175" b="0">
                <a:solidFill>
                  <a:srgbClr val="F4F6FA"/>
                </a:solidFill>
                <a:latin typeface="Arial"/>
                <a:ea typeface="Arial"/>
                <a:cs typeface="Arial"/>
              </a:defRPr>
            </a:lvl1pPr>
            <a:lvl2pPr>
              <a:defRPr sz="2175" b="0">
                <a:solidFill>
                  <a:srgbClr val="F4F6FA"/>
                </a:solidFill>
                <a:latin typeface="Arial"/>
                <a:ea typeface="Arial"/>
                <a:cs typeface="Arial"/>
              </a:defRPr>
            </a:lvl2pPr>
            <a:lvl3pPr>
              <a:defRPr sz="2175" b="0">
                <a:solidFill>
                  <a:srgbClr val="F4F6FA"/>
                </a:solidFill>
                <a:latin typeface="Arial"/>
                <a:ea typeface="Arial"/>
                <a:cs typeface="Arial"/>
              </a:defRPr>
            </a:lvl3pPr>
            <a:lvl4pPr>
              <a:defRPr sz="2175" b="0">
                <a:solidFill>
                  <a:srgbClr val="F4F6FA"/>
                </a:solidFill>
                <a:latin typeface="Arial"/>
                <a:ea typeface="Arial"/>
                <a:cs typeface="Arial"/>
              </a:defRPr>
            </a:lvl4pPr>
            <a:lvl5pPr>
              <a:defRPr sz="2175" b="0">
                <a:solidFill>
                  <a:srgbClr val="F4F6FA"/>
                </a:solidFill>
                <a:latin typeface="Arial"/>
                <a:ea typeface="Arial"/>
                <a:cs typeface="Arial"/>
              </a:defRPr>
            </a:lvl5pPr>
            <a:lvl6pPr>
              <a:defRPr sz="2175" b="0">
                <a:solidFill>
                  <a:srgbClr val="F4F6FA"/>
                </a:solidFill>
                <a:latin typeface="Arial"/>
                <a:ea typeface="Arial"/>
                <a:cs typeface="Arial"/>
              </a:defRPr>
            </a:lvl6pPr>
            <a:lvl7pPr>
              <a:defRPr sz="2175" b="0">
                <a:solidFill>
                  <a:srgbClr val="F4F6FA"/>
                </a:solidFill>
                <a:latin typeface="Arial"/>
                <a:ea typeface="Arial"/>
                <a:cs typeface="Arial"/>
              </a:defRPr>
            </a:lvl7pPr>
            <a:lvl8pPr>
              <a:defRPr sz="2175" b="0">
                <a:solidFill>
                  <a:srgbClr val="F4F6FA"/>
                </a:solidFill>
                <a:latin typeface="Arial"/>
                <a:ea typeface="Arial"/>
                <a:cs typeface="Arial"/>
              </a:defRPr>
            </a:lvl8pPr>
            <a:lvl9pPr>
              <a:defRPr sz="2175" b="0">
                <a:solidFill>
                  <a:srgbClr val="F4F6FA"/>
                </a:solidFill>
                <a:latin typeface="Arial"/>
                <a:ea typeface="Arial"/>
                <a:cs typeface="Arial"/>
              </a:defRPr>
            </a:lvl9pPr>
          </a:lstStyle>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Spring Boot Actuator</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Micrometer Registry Prometheus</a:t>
            </a:r>
          </a:p>
        </p:txBody>
      </p:sp>
      <p:sp>
        <p:nvSpPr>
          <p:cNvPr id="5" name="">
            <a:extLst xmlns:a="http://schemas.openxmlformats.org/drawingml/2006/main">
              <a:ext uri="{FF2B5EF4-FFF2-40B4-BE49-F238E27FC236}">
                <a16:creationId xmlns:a16="http://schemas.microsoft.com/office/drawing/2014/main" id="{A45BBD2A-1733-4EDB-B0D9-0F5864B68D42}"/>
              </a:ext>
            </a:extLst>
          </p:cNvPr>
          <p:cNvSpPr>
            <a:spLocks xmlns:a="http://schemas.openxmlformats.org/drawingml/2006/main" noGrp="1"/>
          </p:cNvSpPr>
          <p:nvPr/>
        </p:nvSpPr>
        <p:spPr>
          <a:xfrm xmlns:a="http://schemas.openxmlformats.org/drawingml/2006/main">
            <a:off x="609600" y="4000500"/>
            <a:ext cx="5619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Perfil: observabilidad</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Endpoint: /actuator/prometheus</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Etiqueta: application</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Histograma de latencia HTTP</a:t>
            </a:r>
          </a:p>
        </p:txBody>
      </p:sp>
      <p:sp>
        <p:nvSpPr>
          <p:cNvPr id="6" name="">
            <a:extLst xmlns:a="http://schemas.openxmlformats.org/drawingml/2006/main">
              <a:ext uri="{FF2B5EF4-FFF2-40B4-BE49-F238E27FC236}">
                <a16:creationId xmlns:a16="http://schemas.microsoft.com/office/drawing/2014/main" id="{40C63C10-4426-47B3-98AF-560549FF7F13}"/>
              </a:ext>
            </a:extLst>
          </p:cNvPr>
          <p:cNvSpPr>
            <a:spLocks xmlns:a="http://schemas.openxmlformats.org/drawingml/2006/main" noGrp="1"/>
          </p:cNvSpPr>
          <p:nvPr/>
        </p:nvSpPr>
        <p:spPr>
          <a:xfrm xmlns:a="http://schemas.openxmlformats.org/drawingml/2006/main">
            <a:off x="7048500" y="16192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F9933"/>
                </a:solidFill>
                <a:latin typeface="Arial"/>
                <a:ea typeface="Arial"/>
                <a:cs typeface="Arial"/>
              </a:defRPr>
            </a:defPPr>
            <a:lvl1pPr>
              <a:defRPr sz="2475" b="1">
                <a:solidFill>
                  <a:srgbClr val="FF9933"/>
                </a:solidFill>
                <a:latin typeface="Arial"/>
                <a:ea typeface="Arial"/>
                <a:cs typeface="Arial"/>
              </a:defRPr>
            </a:lvl1pPr>
            <a:lvl2pPr>
              <a:defRPr sz="2475" b="1">
                <a:solidFill>
                  <a:srgbClr val="FF9933"/>
                </a:solidFill>
                <a:latin typeface="Arial"/>
                <a:ea typeface="Arial"/>
                <a:cs typeface="Arial"/>
              </a:defRPr>
            </a:lvl2pPr>
            <a:lvl3pPr>
              <a:defRPr sz="2475" b="1">
                <a:solidFill>
                  <a:srgbClr val="FF9933"/>
                </a:solidFill>
                <a:latin typeface="Arial"/>
                <a:ea typeface="Arial"/>
                <a:cs typeface="Arial"/>
              </a:defRPr>
            </a:lvl3pPr>
            <a:lvl4pPr>
              <a:defRPr sz="2475" b="1">
                <a:solidFill>
                  <a:srgbClr val="FF9933"/>
                </a:solidFill>
                <a:latin typeface="Arial"/>
                <a:ea typeface="Arial"/>
                <a:cs typeface="Arial"/>
              </a:defRPr>
            </a:lvl4pPr>
            <a:lvl5pPr>
              <a:defRPr sz="2475" b="1">
                <a:solidFill>
                  <a:srgbClr val="FF9933"/>
                </a:solidFill>
                <a:latin typeface="Arial"/>
                <a:ea typeface="Arial"/>
                <a:cs typeface="Arial"/>
              </a:defRPr>
            </a:lvl5pPr>
            <a:lvl6pPr>
              <a:defRPr sz="2475" b="1">
                <a:solidFill>
                  <a:srgbClr val="FF9933"/>
                </a:solidFill>
                <a:latin typeface="Arial"/>
                <a:ea typeface="Arial"/>
                <a:cs typeface="Arial"/>
              </a:defRPr>
            </a:lvl6pPr>
            <a:lvl7pPr>
              <a:defRPr sz="2475" b="1">
                <a:solidFill>
                  <a:srgbClr val="FF9933"/>
                </a:solidFill>
                <a:latin typeface="Arial"/>
                <a:ea typeface="Arial"/>
                <a:cs typeface="Arial"/>
              </a:defRPr>
            </a:lvl7pPr>
            <a:lvl8pPr>
              <a:defRPr sz="2475" b="1">
                <a:solidFill>
                  <a:srgbClr val="FF9933"/>
                </a:solidFill>
                <a:latin typeface="Arial"/>
                <a:ea typeface="Arial"/>
                <a:cs typeface="Arial"/>
              </a:defRPr>
            </a:lvl8pPr>
            <a:lvl9pPr>
              <a:defRPr sz="2475" b="1">
                <a:solidFill>
                  <a:srgbClr val="FF9933"/>
                </a:solidFill>
                <a:latin typeface="Arial"/>
                <a:ea typeface="Arial"/>
                <a:cs typeface="Arial"/>
              </a:defRPr>
            </a:lvl9pPr>
          </a:lstStyle>
          <a:p xmlns:a="http://schemas.openxmlformats.org/drawingml/2006/main">
            <a:pPr>
              <a:defRPr sz="2475" b="1">
                <a:solidFill>
                  <a:srgbClr val="FF9933"/>
                </a:solidFill>
                <a:latin typeface="Arial"/>
                <a:ea typeface="Arial"/>
                <a:cs typeface="Arial"/>
              </a:defRPr>
            </a:pPr>
            <a:r>
              <a:rPr sz="2475" b="1">
                <a:solidFill>
                  <a:srgbClr val="FF9933"/>
                </a:solidFill>
                <a:latin typeface="Arial"/>
                <a:ea typeface="Arial"/>
                <a:cs typeface="Arial"/>
              </a:rPr>
              <a:t>Activación y compilación</a:t>
            </a:r>
          </a:p>
        </p:txBody>
      </p:sp>
      <p:sp>
        <p:nvSpPr>
          <p:cNvPr id="7" name="">
            <a:extLst xmlns:a="http://schemas.openxmlformats.org/drawingml/2006/main">
              <a:ext uri="{FF2B5EF4-FFF2-40B4-BE49-F238E27FC236}">
                <a16:creationId xmlns:a16="http://schemas.microsoft.com/office/drawing/2014/main" id="{15D14FA1-28C0-4FA1-B1F3-5573B5004C37}"/>
              </a:ext>
            </a:extLst>
          </p:cNvPr>
          <p:cNvSpPr>
            <a:spLocks xmlns:a="http://schemas.openxmlformats.org/drawingml/2006/main" noGrp="1"/>
          </p:cNvSpPr>
          <p:nvPr/>
        </p:nvSpPr>
        <p:spPr>
          <a:xfrm xmlns:a="http://schemas.openxmlformats.org/drawingml/2006/main">
            <a:off x="7048500" y="2476500"/>
            <a:ext cx="4381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6FA"/>
                </a:solidFill>
                <a:latin typeface="Arial"/>
                <a:ea typeface="Arial"/>
                <a:cs typeface="Arial"/>
              </a:defRPr>
            </a:defPPr>
            <a:lvl1pPr>
              <a:defRPr sz="2175" b="0">
                <a:solidFill>
                  <a:srgbClr val="F4F6FA"/>
                </a:solidFill>
                <a:latin typeface="Arial"/>
                <a:ea typeface="Arial"/>
                <a:cs typeface="Arial"/>
              </a:defRPr>
            </a:lvl1pPr>
            <a:lvl2pPr>
              <a:defRPr sz="2175" b="0">
                <a:solidFill>
                  <a:srgbClr val="F4F6FA"/>
                </a:solidFill>
                <a:latin typeface="Arial"/>
                <a:ea typeface="Arial"/>
                <a:cs typeface="Arial"/>
              </a:defRPr>
            </a:lvl2pPr>
            <a:lvl3pPr>
              <a:defRPr sz="2175" b="0">
                <a:solidFill>
                  <a:srgbClr val="F4F6FA"/>
                </a:solidFill>
                <a:latin typeface="Arial"/>
                <a:ea typeface="Arial"/>
                <a:cs typeface="Arial"/>
              </a:defRPr>
            </a:lvl3pPr>
            <a:lvl4pPr>
              <a:defRPr sz="2175" b="0">
                <a:solidFill>
                  <a:srgbClr val="F4F6FA"/>
                </a:solidFill>
                <a:latin typeface="Arial"/>
                <a:ea typeface="Arial"/>
                <a:cs typeface="Arial"/>
              </a:defRPr>
            </a:lvl4pPr>
            <a:lvl5pPr>
              <a:defRPr sz="2175" b="0">
                <a:solidFill>
                  <a:srgbClr val="F4F6FA"/>
                </a:solidFill>
                <a:latin typeface="Arial"/>
                <a:ea typeface="Arial"/>
                <a:cs typeface="Arial"/>
              </a:defRPr>
            </a:lvl5pPr>
            <a:lvl6pPr>
              <a:defRPr sz="2175" b="0">
                <a:solidFill>
                  <a:srgbClr val="F4F6FA"/>
                </a:solidFill>
                <a:latin typeface="Arial"/>
                <a:ea typeface="Arial"/>
                <a:cs typeface="Arial"/>
              </a:defRPr>
            </a:lvl6pPr>
            <a:lvl7pPr>
              <a:defRPr sz="2175" b="0">
                <a:solidFill>
                  <a:srgbClr val="F4F6FA"/>
                </a:solidFill>
                <a:latin typeface="Arial"/>
                <a:ea typeface="Arial"/>
                <a:cs typeface="Arial"/>
              </a:defRPr>
            </a:lvl7pPr>
            <a:lvl8pPr>
              <a:defRPr sz="2175" b="0">
                <a:solidFill>
                  <a:srgbClr val="F4F6FA"/>
                </a:solidFill>
                <a:latin typeface="Arial"/>
                <a:ea typeface="Arial"/>
                <a:cs typeface="Arial"/>
              </a:defRPr>
            </a:lvl8pPr>
            <a:lvl9pPr>
              <a:defRPr sz="2175" b="0">
                <a:solidFill>
                  <a:srgbClr val="F4F6FA"/>
                </a:solidFill>
                <a:latin typeface="Arial"/>
                <a:ea typeface="Arial"/>
                <a:cs typeface="Arial"/>
              </a:defRPr>
            </a:lvl9pPr>
          </a:lstStyle>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Maven Wrapper: package</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Pruebas JUnit ejecutadas</a:t>
            </a:r>
          </a:p>
          <a:p xmlns:a="http://schemas.openxmlformats.org/drawingml/2006/main">
            <a:r>
              <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40 personas</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29 aprendizaje</a:t>
            </a:r>
          </a:p>
          <a:p xmlns:a="http://schemas.openxmlformats.org/drawingml/2006/main">
            <a:pPr>
              <a:defRPr sz="2175" b="0">
                <a:solidFill>
                  <a:srgbClr val="F4F6FA"/>
                </a:solidFill>
                <a:latin typeface="Arial"/>
                <a:ea typeface="Arial"/>
                <a:cs typeface="Arial"/>
              </a:defRPr>
            </a:pPr>
            <a:r>
              <a:rPr sz="2175" b="0">
                <a:solidFill>
                  <a:srgbClr val="F4F6FA"/>
                </a:solidFill>
                <a:latin typeface="Arial"/>
                <a:ea typeface="Arial"/>
                <a:cs typeface="Arial"/>
              </a:rPr>
              <a:t>37 simulación</a:t>
            </a:r>
          </a:p>
        </p:txBody>
      </p:sp>
      <p:sp>
        <p:nvSpPr>
          <p:cNvPr id="8" name="">
            <a:extLst xmlns:a="http://schemas.openxmlformats.org/drawingml/2006/main">
              <a:ext uri="{FF2B5EF4-FFF2-40B4-BE49-F238E27FC236}">
                <a16:creationId xmlns:a16="http://schemas.microsoft.com/office/drawing/2014/main" id="{0F0F2190-91E3-467E-A29F-514835A8A8BD}"/>
              </a:ext>
            </a:extLst>
          </p:cNvPr>
          <p:cNvSpPr>
            <a:spLocks xmlns:a="http://schemas.openxmlformats.org/drawingml/2006/main" noGrp="1"/>
          </p:cNvSpPr>
          <p:nvPr/>
        </p:nvSpPr>
        <p:spPr>
          <a:xfrm xmlns:a="http://schemas.openxmlformats.org/drawingml/2006/main">
            <a:off x="7048500" y="54292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78CE80"/>
                </a:solidFill>
                <a:latin typeface="Arial"/>
                <a:ea typeface="Arial"/>
                <a:cs typeface="Arial"/>
              </a:defRPr>
            </a:defPPr>
            <a:lvl1pPr>
              <a:defRPr sz="2325" b="1">
                <a:solidFill>
                  <a:srgbClr val="78CE80"/>
                </a:solidFill>
                <a:latin typeface="Arial"/>
                <a:ea typeface="Arial"/>
                <a:cs typeface="Arial"/>
              </a:defRPr>
            </a:lvl1pPr>
            <a:lvl2pPr>
              <a:defRPr sz="2325" b="1">
                <a:solidFill>
                  <a:srgbClr val="78CE80"/>
                </a:solidFill>
                <a:latin typeface="Arial"/>
                <a:ea typeface="Arial"/>
                <a:cs typeface="Arial"/>
              </a:defRPr>
            </a:lvl2pPr>
            <a:lvl3pPr>
              <a:defRPr sz="2325" b="1">
                <a:solidFill>
                  <a:srgbClr val="78CE80"/>
                </a:solidFill>
                <a:latin typeface="Arial"/>
                <a:ea typeface="Arial"/>
                <a:cs typeface="Arial"/>
              </a:defRPr>
            </a:lvl3pPr>
            <a:lvl4pPr>
              <a:defRPr sz="2325" b="1">
                <a:solidFill>
                  <a:srgbClr val="78CE80"/>
                </a:solidFill>
                <a:latin typeface="Arial"/>
                <a:ea typeface="Arial"/>
                <a:cs typeface="Arial"/>
              </a:defRPr>
            </a:lvl4pPr>
            <a:lvl5pPr>
              <a:defRPr sz="2325" b="1">
                <a:solidFill>
                  <a:srgbClr val="78CE80"/>
                </a:solidFill>
                <a:latin typeface="Arial"/>
                <a:ea typeface="Arial"/>
                <a:cs typeface="Arial"/>
              </a:defRPr>
            </a:lvl5pPr>
            <a:lvl6pPr>
              <a:defRPr sz="2325" b="1">
                <a:solidFill>
                  <a:srgbClr val="78CE80"/>
                </a:solidFill>
                <a:latin typeface="Arial"/>
                <a:ea typeface="Arial"/>
                <a:cs typeface="Arial"/>
              </a:defRPr>
            </a:lvl6pPr>
            <a:lvl7pPr>
              <a:defRPr sz="2325" b="1">
                <a:solidFill>
                  <a:srgbClr val="78CE80"/>
                </a:solidFill>
                <a:latin typeface="Arial"/>
                <a:ea typeface="Arial"/>
                <a:cs typeface="Arial"/>
              </a:defRPr>
            </a:lvl7pPr>
            <a:lvl8pPr>
              <a:defRPr sz="2325" b="1">
                <a:solidFill>
                  <a:srgbClr val="78CE80"/>
                </a:solidFill>
                <a:latin typeface="Arial"/>
                <a:ea typeface="Arial"/>
                <a:cs typeface="Arial"/>
              </a:defRPr>
            </a:lvl8pPr>
            <a:lvl9pPr>
              <a:defRPr sz="2325" b="1">
                <a:solidFill>
                  <a:srgbClr val="78CE80"/>
                </a:solidFill>
                <a:latin typeface="Arial"/>
                <a:ea typeface="Arial"/>
                <a:cs typeface="Arial"/>
              </a:defRPr>
            </a:lvl9pPr>
          </a:lstStyle>
          <a:p xmlns:a="http://schemas.openxmlformats.org/drawingml/2006/main">
            <a:pPr>
              <a:defRPr sz="2325" b="1">
                <a:solidFill>
                  <a:srgbClr val="78CE80"/>
                </a:solidFill>
                <a:latin typeface="Arial"/>
                <a:ea typeface="Arial"/>
                <a:cs typeface="Arial"/>
              </a:defRPr>
            </a:pPr>
            <a:r>
              <a:rPr sz="2325" b="1">
                <a:solidFill>
                  <a:srgbClr val="78CE80"/>
                </a:solidFill>
                <a:latin typeface="Arial"/>
                <a:ea typeface="Arial"/>
                <a:cs typeface="Arial"/>
              </a:rPr>
              <a:t>106 pruebas sin fallos</a:t>
            </a:r>
          </a:p>
        </p:txBody>
      </p:sp>
    </p:spTree>
    <p:extLst>
      <p:ext uri="{BB962C8B-B14F-4D97-AF65-F5344CB8AC3E}">
        <p14:creationId xmlns:p14="http://schemas.microsoft.com/office/powerpoint/2010/main" val="379238929"/>
      </p:ext>
    </p:extLst>
  </p:cSld>
</p:sld>
</file>

<file path=ppt/slides/slide8.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214151-768E-4BC5-8346-CF5E1B228206}"/>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Objetivos de Stock Quest en Prometheus</a:t>
            </a:r>
          </a:p>
        </p:txBody>
      </p:sp>
      <p:sp>
        <p:nvSpPr>
          <p:cNvPr id="2" name="">
            <a:extLst xmlns:a="http://schemas.openxmlformats.org/drawingml/2006/main">
              <a:ext uri="{FF2B5EF4-FFF2-40B4-BE49-F238E27FC236}">
                <a16:creationId xmlns:a16="http://schemas.microsoft.com/office/drawing/2014/main" id="{331BDEBD-17FA-4FF2-99AA-6B9AE9627DC2}"/>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08</a:t>
            </a:r>
          </a:p>
        </p:txBody>
      </p:sp>
      <p:sp>
        <p:nvSpPr>
          <p:cNvPr id="3" name="">
            <a:extLst xmlns:a="http://schemas.openxmlformats.org/drawingml/2006/main">
              <a:ext uri="{FF2B5EF4-FFF2-40B4-BE49-F238E27FC236}">
                <a16:creationId xmlns:a16="http://schemas.microsoft.com/office/drawing/2014/main" id="{B4B40F8E-6DE0-4E7E-9CF0-6F21A5D4ADD9}"/>
              </a:ext>
            </a:extLst>
          </p:cNvPr>
          <p:cNvSpPr>
            <a:spLocks xmlns:a="http://schemas.openxmlformats.org/drawingml/2006/main" noGrp="1"/>
          </p:cNvSpPr>
          <p:nvPr/>
        </p:nvSpPr>
        <p:spPr>
          <a:xfrm xmlns:a="http://schemas.openxmlformats.org/drawingml/2006/main">
            <a:off x="609600" y="1619250"/>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9933"/>
                </a:solidFill>
                <a:latin typeface="Arial"/>
                <a:ea typeface="Arial"/>
                <a:cs typeface="Arial"/>
              </a:defRPr>
            </a:defPPr>
            <a:lvl1pPr>
              <a:defRPr sz="2400" b="1">
                <a:solidFill>
                  <a:srgbClr val="FF9933"/>
                </a:solidFill>
                <a:latin typeface="Arial"/>
                <a:ea typeface="Arial"/>
                <a:cs typeface="Arial"/>
              </a:defRPr>
            </a:lvl1pPr>
            <a:lvl2pPr>
              <a:defRPr sz="2400" b="1">
                <a:solidFill>
                  <a:srgbClr val="FF9933"/>
                </a:solidFill>
                <a:latin typeface="Arial"/>
                <a:ea typeface="Arial"/>
                <a:cs typeface="Arial"/>
              </a:defRPr>
            </a:lvl2pPr>
            <a:lvl3pPr>
              <a:defRPr sz="2400" b="1">
                <a:solidFill>
                  <a:srgbClr val="FF9933"/>
                </a:solidFill>
                <a:latin typeface="Arial"/>
                <a:ea typeface="Arial"/>
                <a:cs typeface="Arial"/>
              </a:defRPr>
            </a:lvl3pPr>
            <a:lvl4pPr>
              <a:defRPr sz="2400" b="1">
                <a:solidFill>
                  <a:srgbClr val="FF9933"/>
                </a:solidFill>
                <a:latin typeface="Arial"/>
                <a:ea typeface="Arial"/>
                <a:cs typeface="Arial"/>
              </a:defRPr>
            </a:lvl4pPr>
            <a:lvl5pPr>
              <a:defRPr sz="2400" b="1">
                <a:solidFill>
                  <a:srgbClr val="FF9933"/>
                </a:solidFill>
                <a:latin typeface="Arial"/>
                <a:ea typeface="Arial"/>
                <a:cs typeface="Arial"/>
              </a:defRPr>
            </a:lvl5pPr>
            <a:lvl6pPr>
              <a:defRPr sz="2400" b="1">
                <a:solidFill>
                  <a:srgbClr val="FF9933"/>
                </a:solidFill>
                <a:latin typeface="Arial"/>
                <a:ea typeface="Arial"/>
                <a:cs typeface="Arial"/>
              </a:defRPr>
            </a:lvl6pPr>
            <a:lvl7pPr>
              <a:defRPr sz="2400" b="1">
                <a:solidFill>
                  <a:srgbClr val="FF9933"/>
                </a:solidFill>
                <a:latin typeface="Arial"/>
                <a:ea typeface="Arial"/>
                <a:cs typeface="Arial"/>
              </a:defRPr>
            </a:lvl7pPr>
            <a:lvl8pPr>
              <a:defRPr sz="2400" b="1">
                <a:solidFill>
                  <a:srgbClr val="FF9933"/>
                </a:solidFill>
                <a:latin typeface="Arial"/>
                <a:ea typeface="Arial"/>
                <a:cs typeface="Arial"/>
              </a:defRPr>
            </a:lvl8pPr>
            <a:lvl9pPr>
              <a:defRPr sz="2400" b="1">
                <a:solidFill>
                  <a:srgbClr val="FF9933"/>
                </a:solidFill>
                <a:latin typeface="Arial"/>
                <a:ea typeface="Arial"/>
                <a:cs typeface="Arial"/>
              </a:defRPr>
            </a:lvl9pPr>
          </a:lstStyle>
          <a:p xmlns:a="http://schemas.openxmlformats.org/drawingml/2006/main">
            <a:pPr>
              <a:defRPr sz="2400" b="1">
                <a:solidFill>
                  <a:srgbClr val="FF9933"/>
                </a:solidFill>
                <a:latin typeface="Arial"/>
                <a:ea typeface="Arial"/>
                <a:cs typeface="Arial"/>
              </a:defRPr>
            </a:pPr>
            <a:r>
              <a:rPr sz="2400" b="1">
                <a:solidFill>
                  <a:srgbClr val="FF9933"/>
                </a:solidFill>
                <a:latin typeface="Arial"/>
                <a:ea typeface="Arial"/>
                <a:cs typeface="Arial"/>
              </a:rPr>
              <a:t>prometheus-local.yml</a:t>
            </a:r>
          </a:p>
        </p:txBody>
      </p:sp>
      <p:sp>
        <p:nvSpPr>
          <p:cNvPr id="4" name="">
            <a:extLst xmlns:a="http://schemas.openxmlformats.org/drawingml/2006/main">
              <a:ext uri="{FF2B5EF4-FFF2-40B4-BE49-F238E27FC236}">
                <a16:creationId xmlns:a16="http://schemas.microsoft.com/office/drawing/2014/main" id="{2511F189-4CBB-4DCF-8981-4AE479C534F8}"/>
              </a:ext>
            </a:extLst>
          </p:cNvPr>
          <p:cNvSpPr>
            <a:spLocks xmlns:a="http://schemas.openxmlformats.org/drawingml/2006/main" noGrp="1"/>
          </p:cNvSpPr>
          <p:nvPr/>
        </p:nvSpPr>
        <p:spPr>
          <a:xfrm xmlns:a="http://schemas.openxmlformats.org/drawingml/2006/main">
            <a:off x="609600" y="25717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4F6FA"/>
                </a:solidFill>
                <a:latin typeface="Arial"/>
                <a:ea typeface="Arial"/>
                <a:cs typeface="Arial"/>
              </a:defRPr>
            </a:defPPr>
            <a:lvl1pPr>
              <a:defRPr sz="2100" b="0">
                <a:solidFill>
                  <a:srgbClr val="F4F6FA"/>
                </a:solidFill>
                <a:latin typeface="Arial"/>
                <a:ea typeface="Arial"/>
                <a:cs typeface="Arial"/>
              </a:defRPr>
            </a:lvl1pPr>
            <a:lvl2pPr>
              <a:defRPr sz="2100" b="0">
                <a:solidFill>
                  <a:srgbClr val="F4F6FA"/>
                </a:solidFill>
                <a:latin typeface="Arial"/>
                <a:ea typeface="Arial"/>
                <a:cs typeface="Arial"/>
              </a:defRPr>
            </a:lvl2pPr>
            <a:lvl3pPr>
              <a:defRPr sz="2100" b="0">
                <a:solidFill>
                  <a:srgbClr val="F4F6FA"/>
                </a:solidFill>
                <a:latin typeface="Arial"/>
                <a:ea typeface="Arial"/>
                <a:cs typeface="Arial"/>
              </a:defRPr>
            </a:lvl3pPr>
            <a:lvl4pPr>
              <a:defRPr sz="2100" b="0">
                <a:solidFill>
                  <a:srgbClr val="F4F6FA"/>
                </a:solidFill>
                <a:latin typeface="Arial"/>
                <a:ea typeface="Arial"/>
                <a:cs typeface="Arial"/>
              </a:defRPr>
            </a:lvl4pPr>
            <a:lvl5pPr>
              <a:defRPr sz="2100" b="0">
                <a:solidFill>
                  <a:srgbClr val="F4F6FA"/>
                </a:solidFill>
                <a:latin typeface="Arial"/>
                <a:ea typeface="Arial"/>
                <a:cs typeface="Arial"/>
              </a:defRPr>
            </a:lvl5pPr>
            <a:lvl6pPr>
              <a:defRPr sz="2100" b="0">
                <a:solidFill>
                  <a:srgbClr val="F4F6FA"/>
                </a:solidFill>
                <a:latin typeface="Arial"/>
                <a:ea typeface="Arial"/>
                <a:cs typeface="Arial"/>
              </a:defRPr>
            </a:lvl6pPr>
            <a:lvl7pPr>
              <a:defRPr sz="2100" b="0">
                <a:solidFill>
                  <a:srgbClr val="F4F6FA"/>
                </a:solidFill>
                <a:latin typeface="Arial"/>
                <a:ea typeface="Arial"/>
                <a:cs typeface="Arial"/>
              </a:defRPr>
            </a:lvl7pPr>
            <a:lvl8pPr>
              <a:defRPr sz="2100" b="0">
                <a:solidFill>
                  <a:srgbClr val="F4F6FA"/>
                </a:solidFill>
                <a:latin typeface="Arial"/>
                <a:ea typeface="Arial"/>
                <a:cs typeface="Arial"/>
              </a:defRPr>
            </a:lvl8pPr>
            <a:lvl9pPr>
              <a:defRPr sz="2100" b="0">
                <a:solidFill>
                  <a:srgbClr val="F4F6FA"/>
                </a:solidFill>
                <a:latin typeface="Arial"/>
                <a:ea typeface="Arial"/>
                <a:cs typeface="Arial"/>
              </a:defRPr>
            </a:lvl9pPr>
          </a:lstStyle>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Job: stockquest-java</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Consulta cada 15 segundos</a:t>
            </a:r>
          </a:p>
          <a:p xmlns:a="http://schemas.openxmlformats.org/drawingml/2006/main">
            <a:r>
              <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14630  Personas</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14620  Aprendizaje</a:t>
            </a:r>
          </a:p>
          <a:p xmlns:a="http://schemas.openxmlformats.org/drawingml/2006/main">
            <a:pPr>
              <a:defRPr sz="2100" b="0">
                <a:solidFill>
                  <a:srgbClr val="F4F6FA"/>
                </a:solidFill>
                <a:latin typeface="Arial"/>
                <a:ea typeface="Arial"/>
                <a:cs typeface="Arial"/>
              </a:defRPr>
            </a:pPr>
            <a:r>
              <a:rPr sz="2100" b="0">
                <a:solidFill>
                  <a:srgbClr val="F4F6FA"/>
                </a:solidFill>
                <a:latin typeface="Arial"/>
                <a:ea typeface="Arial"/>
                <a:cs typeface="Arial"/>
              </a:rPr>
              <a:t>14610  Simulación</a:t>
            </a:r>
          </a:p>
        </p:txBody>
      </p:sp>
      <p:sp>
        <p:nvSpPr>
          <p:cNvPr id="5" name="">
            <a:extLst xmlns:a="http://schemas.openxmlformats.org/drawingml/2006/main">
              <a:ext uri="{FF2B5EF4-FFF2-40B4-BE49-F238E27FC236}">
                <a16:creationId xmlns:a16="http://schemas.microsoft.com/office/drawing/2014/main" id="{EB3F4986-B7BE-44D7-A431-970D4106B2B3}"/>
              </a:ext>
            </a:extLst>
          </p:cNvPr>
          <p:cNvSpPr>
            <a:spLocks xmlns:a="http://schemas.openxmlformats.org/drawingml/2006/main" noGrp="1"/>
          </p:cNvSpPr>
          <p:nvPr/>
        </p:nvSpPr>
        <p:spPr>
          <a:xfrm xmlns:a="http://schemas.openxmlformats.org/drawingml/2006/main">
            <a:off x="609600" y="52387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7C3D1"/>
                </a:solidFill>
                <a:latin typeface="Arial"/>
                <a:ea typeface="Arial"/>
                <a:cs typeface="Arial"/>
              </a:defRPr>
            </a:defPPr>
            <a:lvl1pPr>
              <a:defRPr sz="1800" b="0">
                <a:solidFill>
                  <a:srgbClr val="B7C3D1"/>
                </a:solidFill>
                <a:latin typeface="Arial"/>
                <a:ea typeface="Arial"/>
                <a:cs typeface="Arial"/>
              </a:defRPr>
            </a:lvl1pPr>
            <a:lvl2pPr>
              <a:defRPr sz="1800" b="0">
                <a:solidFill>
                  <a:srgbClr val="B7C3D1"/>
                </a:solidFill>
                <a:latin typeface="Arial"/>
                <a:ea typeface="Arial"/>
                <a:cs typeface="Arial"/>
              </a:defRPr>
            </a:lvl2pPr>
            <a:lvl3pPr>
              <a:defRPr sz="1800" b="0">
                <a:solidFill>
                  <a:srgbClr val="B7C3D1"/>
                </a:solidFill>
                <a:latin typeface="Arial"/>
                <a:ea typeface="Arial"/>
                <a:cs typeface="Arial"/>
              </a:defRPr>
            </a:lvl3pPr>
            <a:lvl4pPr>
              <a:defRPr sz="1800" b="0">
                <a:solidFill>
                  <a:srgbClr val="B7C3D1"/>
                </a:solidFill>
                <a:latin typeface="Arial"/>
                <a:ea typeface="Arial"/>
                <a:cs typeface="Arial"/>
              </a:defRPr>
            </a:lvl4pPr>
            <a:lvl5pPr>
              <a:defRPr sz="1800" b="0">
                <a:solidFill>
                  <a:srgbClr val="B7C3D1"/>
                </a:solidFill>
                <a:latin typeface="Arial"/>
                <a:ea typeface="Arial"/>
                <a:cs typeface="Arial"/>
              </a:defRPr>
            </a:lvl5pPr>
            <a:lvl6pPr>
              <a:defRPr sz="1800" b="0">
                <a:solidFill>
                  <a:srgbClr val="B7C3D1"/>
                </a:solidFill>
                <a:latin typeface="Arial"/>
                <a:ea typeface="Arial"/>
                <a:cs typeface="Arial"/>
              </a:defRPr>
            </a:lvl6pPr>
            <a:lvl7pPr>
              <a:defRPr sz="1800" b="0">
                <a:solidFill>
                  <a:srgbClr val="B7C3D1"/>
                </a:solidFill>
                <a:latin typeface="Arial"/>
                <a:ea typeface="Arial"/>
                <a:cs typeface="Arial"/>
              </a:defRPr>
            </a:lvl7pPr>
            <a:lvl8pPr>
              <a:defRPr sz="1800" b="0">
                <a:solidFill>
                  <a:srgbClr val="B7C3D1"/>
                </a:solidFill>
                <a:latin typeface="Arial"/>
                <a:ea typeface="Arial"/>
                <a:cs typeface="Arial"/>
              </a:defRPr>
            </a:lvl8pPr>
            <a:lvl9pPr>
              <a:defRPr sz="1800" b="0">
                <a:solidFill>
                  <a:srgbClr val="B7C3D1"/>
                </a:solidFill>
                <a:latin typeface="Arial"/>
                <a:ea typeface="Arial"/>
                <a:cs typeface="Arial"/>
              </a:defRPr>
            </a:lvl9pPr>
          </a:lstStyle>
          <a:p xmlns:a="http://schemas.openxmlformats.org/drawingml/2006/main">
            <a:pPr>
              <a:defRPr sz="1800" b="0">
                <a:solidFill>
                  <a:srgbClr val="B7C3D1"/>
                </a:solidFill>
                <a:latin typeface="Arial"/>
                <a:ea typeface="Arial"/>
                <a:cs typeface="Arial"/>
              </a:defRPr>
            </a:pPr>
            <a:r>
              <a:rPr sz="1800" b="0">
                <a:solidFill>
                  <a:srgbClr val="B7C3D1"/>
                </a:solidFill>
                <a:latin typeface="Arial"/>
                <a:ea typeface="Arial"/>
                <a:cs typeface="Arial"/>
              </a:rPr>
              <a:t>Validamos el YAML y</a:t>
            </a:r>
          </a:p>
          <a:p xmlns:a="http://schemas.openxmlformats.org/drawingml/2006/main">
            <a:pPr>
              <a:defRPr sz="1800" b="0">
                <a:solidFill>
                  <a:srgbClr val="B7C3D1"/>
                </a:solidFill>
                <a:latin typeface="Arial"/>
                <a:ea typeface="Arial"/>
                <a:cs typeface="Arial"/>
              </a:defRPr>
            </a:pPr>
            <a:r>
              <a:rPr sz="1800" b="0">
                <a:solidFill>
                  <a:srgbClr val="B7C3D1"/>
                </a:solidFill>
                <a:latin typeface="Arial"/>
                <a:ea typeface="Arial"/>
                <a:cs typeface="Arial"/>
              </a:rPr>
              <a:t>reiniciamos Prometheus</a:t>
            </a:r>
          </a:p>
          <a:p xmlns:a="http://schemas.openxmlformats.org/drawingml/2006/main">
            <a:pPr>
              <a:defRPr sz="1800" b="0">
                <a:solidFill>
                  <a:srgbClr val="B7C3D1"/>
                </a:solidFill>
                <a:latin typeface="Arial"/>
                <a:ea typeface="Arial"/>
                <a:cs typeface="Arial"/>
              </a:defRPr>
            </a:pPr>
            <a:r>
              <a:rPr sz="1800" b="0">
                <a:solidFill>
                  <a:srgbClr val="B7C3D1"/>
                </a:solidFill>
                <a:latin typeface="Arial"/>
                <a:ea typeface="Arial"/>
                <a:cs typeface="Arial"/>
              </a:rPr>
              <a:t>con esta configuración.</a:t>
            </a:r>
          </a:p>
        </p:txBody>
      </p:sp>
      <p:pic>
        <p:nvPicPr>
          <p:cNvPr id="6" name="">
            <a:extLst xmlns:a="http://schemas.openxmlformats.org/drawingml/2006/main">
              <a:ext uri="{FF2B5EF4-FFF2-40B4-BE49-F238E27FC236}">
                <a16:creationId xmlns:a16="http://schemas.microsoft.com/office/drawing/2014/main" id="{BA6DAFAD-294B-48DF-8DB5-D2D5CBBF18A0}"/>
              </a:ext>
            </a:extLst>
          </p:cNvPr>
          <p:cNvPicPr>
            <a:picLocks xmlns:a="http://schemas.openxmlformats.org/drawingml/2006/main" noChangeAspect="1"/>
          </p:cNvPicPr>
          <p:nvPr/>
        </p:nvPicPr>
        <p:blipFill>
          <a:blip xmlns:r="http://schemas.openxmlformats.org/officeDocument/2006/relationships" xmlns:a="http://schemas.openxmlformats.org/drawingml/2006/main" r:embed="Rce95fb3f58f947b6"/>
          <a:stretch xmlns:a="http://schemas.openxmlformats.org/drawingml/2006/main"/>
        </p:blipFill>
        <p:spPr>
          <a:xfrm xmlns:a="http://schemas.openxmlformats.org/drawingml/2006/main">
            <a:off x="4191000" y="1553451"/>
            <a:ext cx="7524750" cy="4322598"/>
          </a:xfrm>
          <a:prstGeom xmlns:a="http://schemas.openxmlformats.org/drawingml/2006/main" prst="rect">
            <a:avLst/>
          </a:prstGeom>
        </p:spPr>
      </p:pic>
    </p:spTree>
    <p:extLst>
      <p:ext uri="{BB962C8B-B14F-4D97-AF65-F5344CB8AC3E}">
        <p14:creationId xmlns:p14="http://schemas.microsoft.com/office/powerpoint/2010/main" val="718733644"/>
      </p:ext>
    </p:extLst>
  </p:cSld>
</p:sld>
</file>

<file path=ppt/slides/slide9.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8BD94B-8916-456A-86FE-AD320B82A752}"/>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Importación del dashboard del proyecto</a:t>
            </a:r>
          </a:p>
        </p:txBody>
      </p:sp>
      <p:sp>
        <p:nvSpPr>
          <p:cNvPr id="2" name="">
            <a:extLst xmlns:a="http://schemas.openxmlformats.org/drawingml/2006/main">
              <a:ext uri="{FF2B5EF4-FFF2-40B4-BE49-F238E27FC236}">
                <a16:creationId xmlns:a16="http://schemas.microsoft.com/office/drawing/2014/main" id="{6313E727-5F2A-4591-8A25-B2FBF17CDB0D}"/>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09</a:t>
            </a:r>
          </a:p>
        </p:txBody>
      </p:sp>
      <p:sp>
        <p:nvSpPr>
          <p:cNvPr id="3" name="">
            <a:extLst xmlns:a="http://schemas.openxmlformats.org/drawingml/2006/main">
              <a:ext uri="{FF2B5EF4-FFF2-40B4-BE49-F238E27FC236}">
                <a16:creationId xmlns:a16="http://schemas.microsoft.com/office/drawing/2014/main" id="{2FECA459-F6D8-4928-BC18-B8BB284E2C53}"/>
              </a:ext>
            </a:extLst>
          </p:cNvPr>
          <p:cNvSpPr>
            <a:spLocks xmlns:a="http://schemas.openxmlformats.org/drawingml/2006/main" noGrp="1"/>
          </p:cNvSpPr>
          <p:nvPr/>
        </p:nvSpPr>
        <p:spPr>
          <a:xfrm xmlns:a="http://schemas.openxmlformats.org/drawingml/2006/main">
            <a:off x="609600" y="14287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9933"/>
                </a:solidFill>
                <a:latin typeface="Arial"/>
                <a:ea typeface="Arial"/>
                <a:cs typeface="Arial"/>
              </a:defRPr>
            </a:defPPr>
            <a:lvl1pPr>
              <a:defRPr sz="2400" b="1">
                <a:solidFill>
                  <a:srgbClr val="FF9933"/>
                </a:solidFill>
                <a:latin typeface="Arial"/>
                <a:ea typeface="Arial"/>
                <a:cs typeface="Arial"/>
              </a:defRPr>
            </a:lvl1pPr>
            <a:lvl2pPr>
              <a:defRPr sz="2400" b="1">
                <a:solidFill>
                  <a:srgbClr val="FF9933"/>
                </a:solidFill>
                <a:latin typeface="Arial"/>
                <a:ea typeface="Arial"/>
                <a:cs typeface="Arial"/>
              </a:defRPr>
            </a:lvl2pPr>
            <a:lvl3pPr>
              <a:defRPr sz="2400" b="1">
                <a:solidFill>
                  <a:srgbClr val="FF9933"/>
                </a:solidFill>
                <a:latin typeface="Arial"/>
                <a:ea typeface="Arial"/>
                <a:cs typeface="Arial"/>
              </a:defRPr>
            </a:lvl3pPr>
            <a:lvl4pPr>
              <a:defRPr sz="2400" b="1">
                <a:solidFill>
                  <a:srgbClr val="FF9933"/>
                </a:solidFill>
                <a:latin typeface="Arial"/>
                <a:ea typeface="Arial"/>
                <a:cs typeface="Arial"/>
              </a:defRPr>
            </a:lvl4pPr>
            <a:lvl5pPr>
              <a:defRPr sz="2400" b="1">
                <a:solidFill>
                  <a:srgbClr val="FF9933"/>
                </a:solidFill>
                <a:latin typeface="Arial"/>
                <a:ea typeface="Arial"/>
                <a:cs typeface="Arial"/>
              </a:defRPr>
            </a:lvl5pPr>
            <a:lvl6pPr>
              <a:defRPr sz="2400" b="1">
                <a:solidFill>
                  <a:srgbClr val="FF9933"/>
                </a:solidFill>
                <a:latin typeface="Arial"/>
                <a:ea typeface="Arial"/>
                <a:cs typeface="Arial"/>
              </a:defRPr>
            </a:lvl6pPr>
            <a:lvl7pPr>
              <a:defRPr sz="2400" b="1">
                <a:solidFill>
                  <a:srgbClr val="FF9933"/>
                </a:solidFill>
                <a:latin typeface="Arial"/>
                <a:ea typeface="Arial"/>
                <a:cs typeface="Arial"/>
              </a:defRPr>
            </a:lvl7pPr>
            <a:lvl8pPr>
              <a:defRPr sz="2400" b="1">
                <a:solidFill>
                  <a:srgbClr val="FF9933"/>
                </a:solidFill>
                <a:latin typeface="Arial"/>
                <a:ea typeface="Arial"/>
                <a:cs typeface="Arial"/>
              </a:defRPr>
            </a:lvl8pPr>
            <a:lvl9pPr>
              <a:defRPr sz="2400" b="1">
                <a:solidFill>
                  <a:srgbClr val="FF9933"/>
                </a:solidFill>
                <a:latin typeface="Arial"/>
                <a:ea typeface="Arial"/>
                <a:cs typeface="Arial"/>
              </a:defRPr>
            </a:lvl9pPr>
          </a:lstStyle>
          <a:p xmlns:a="http://schemas.openxmlformats.org/drawingml/2006/main">
            <a:pPr>
              <a:defRPr sz="2400" b="1">
                <a:solidFill>
                  <a:srgbClr val="FF9933"/>
                </a:solidFill>
                <a:latin typeface="Arial"/>
                <a:ea typeface="Arial"/>
                <a:cs typeface="Arial"/>
              </a:defRPr>
            </a:pPr>
            <a:r>
              <a:rPr sz="2400" b="1">
                <a:solidFill>
                  <a:srgbClr val="FF9933"/>
                </a:solidFill>
                <a:latin typeface="Arial"/>
                <a:ea typeface="Arial"/>
                <a:cs typeface="Arial"/>
              </a:rPr>
              <a:t>Dashboards / New / Import</a:t>
            </a:r>
          </a:p>
        </p:txBody>
      </p:sp>
      <p:pic>
        <p:nvPicPr>
          <p:cNvPr id="4" name="">
            <a:extLst xmlns:a="http://schemas.openxmlformats.org/drawingml/2006/main">
              <a:ext uri="{FF2B5EF4-FFF2-40B4-BE49-F238E27FC236}">
                <a16:creationId xmlns:a16="http://schemas.microsoft.com/office/drawing/2014/main" id="{BF0C7718-8C7A-4A21-A474-FEF34C216F74}"/>
              </a:ext>
            </a:extLst>
          </p:cNvPr>
          <p:cNvPicPr>
            <a:picLocks xmlns:a="http://schemas.openxmlformats.org/drawingml/2006/main" noChangeAspect="1"/>
          </p:cNvPicPr>
          <p:nvPr/>
        </p:nvPicPr>
        <p:blipFill>
          <a:blip xmlns:r="http://schemas.openxmlformats.org/officeDocument/2006/relationships" xmlns:a="http://schemas.openxmlformats.org/drawingml/2006/main" r:embed="R6e9c0698755f4194"/>
          <a:stretch xmlns:a="http://schemas.openxmlformats.org/drawingml/2006/main"/>
        </p:blipFill>
        <p:spPr>
          <a:xfrm xmlns:a="http://schemas.openxmlformats.org/drawingml/2006/main">
            <a:off x="609600" y="2209408"/>
            <a:ext cx="5191125" cy="301068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3E65098-BC71-4169-A61A-C856CDA14A8B}"/>
              </a:ext>
            </a:extLst>
          </p:cNvPr>
          <p:cNvPicPr>
            <a:picLocks xmlns:a="http://schemas.openxmlformats.org/drawingml/2006/main" noChangeAspect="1"/>
          </p:cNvPicPr>
          <p:nvPr/>
        </p:nvPicPr>
        <p:blipFill>
          <a:blip xmlns:r="http://schemas.openxmlformats.org/officeDocument/2006/relationships" xmlns:a="http://schemas.openxmlformats.org/drawingml/2006/main" r:embed="Re56a8b2f8ce24f6b"/>
          <a:stretch xmlns:a="http://schemas.openxmlformats.org/drawingml/2006/main"/>
        </p:blipFill>
        <p:spPr>
          <a:xfrm xmlns:a="http://schemas.openxmlformats.org/drawingml/2006/main">
            <a:off x="6191250" y="2193459"/>
            <a:ext cx="5381625" cy="304258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8D0E2EA-9E1C-465A-B1E2-A8319177738F}"/>
              </a:ext>
            </a:extLst>
          </p:cNvPr>
          <p:cNvSpPr>
            <a:spLocks xmlns:a="http://schemas.openxmlformats.org/drawingml/2006/main" noGrp="1"/>
          </p:cNvSpPr>
          <p:nvPr/>
        </p:nvSpPr>
        <p:spPr>
          <a:xfrm xmlns:a="http://schemas.openxmlformats.org/drawingml/2006/main">
            <a:off x="609600" y="55721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6FA"/>
                </a:solidFill>
                <a:latin typeface="Arial"/>
                <a:ea typeface="Arial"/>
                <a:cs typeface="Arial"/>
              </a:defRPr>
            </a:defPPr>
            <a:lvl1pPr>
              <a:defRPr sz="1875" b="0">
                <a:solidFill>
                  <a:srgbClr val="F4F6FA"/>
                </a:solidFill>
                <a:latin typeface="Arial"/>
                <a:ea typeface="Arial"/>
                <a:cs typeface="Arial"/>
              </a:defRPr>
            </a:lvl1pPr>
            <a:lvl2pPr>
              <a:defRPr sz="1875" b="0">
                <a:solidFill>
                  <a:srgbClr val="F4F6FA"/>
                </a:solidFill>
                <a:latin typeface="Arial"/>
                <a:ea typeface="Arial"/>
                <a:cs typeface="Arial"/>
              </a:defRPr>
            </a:lvl2pPr>
            <a:lvl3pPr>
              <a:defRPr sz="1875" b="0">
                <a:solidFill>
                  <a:srgbClr val="F4F6FA"/>
                </a:solidFill>
                <a:latin typeface="Arial"/>
                <a:ea typeface="Arial"/>
                <a:cs typeface="Arial"/>
              </a:defRPr>
            </a:lvl3pPr>
            <a:lvl4pPr>
              <a:defRPr sz="1875" b="0">
                <a:solidFill>
                  <a:srgbClr val="F4F6FA"/>
                </a:solidFill>
                <a:latin typeface="Arial"/>
                <a:ea typeface="Arial"/>
                <a:cs typeface="Arial"/>
              </a:defRPr>
            </a:lvl4pPr>
            <a:lvl5pPr>
              <a:defRPr sz="1875" b="0">
                <a:solidFill>
                  <a:srgbClr val="F4F6FA"/>
                </a:solidFill>
                <a:latin typeface="Arial"/>
                <a:ea typeface="Arial"/>
                <a:cs typeface="Arial"/>
              </a:defRPr>
            </a:lvl5pPr>
            <a:lvl6pPr>
              <a:defRPr sz="1875" b="0">
                <a:solidFill>
                  <a:srgbClr val="F4F6FA"/>
                </a:solidFill>
                <a:latin typeface="Arial"/>
                <a:ea typeface="Arial"/>
                <a:cs typeface="Arial"/>
              </a:defRPr>
            </a:lvl6pPr>
            <a:lvl7pPr>
              <a:defRPr sz="1875" b="0">
                <a:solidFill>
                  <a:srgbClr val="F4F6FA"/>
                </a:solidFill>
                <a:latin typeface="Arial"/>
                <a:ea typeface="Arial"/>
                <a:cs typeface="Arial"/>
              </a:defRPr>
            </a:lvl7pPr>
            <a:lvl8pPr>
              <a:defRPr sz="1875" b="0">
                <a:solidFill>
                  <a:srgbClr val="F4F6FA"/>
                </a:solidFill>
                <a:latin typeface="Arial"/>
                <a:ea typeface="Arial"/>
                <a:cs typeface="Arial"/>
              </a:defRPr>
            </a:lvl8pPr>
            <a:lvl9pPr>
              <a:defRPr sz="1875" b="0">
                <a:solidFill>
                  <a:srgbClr val="F4F6FA"/>
                </a:solidFill>
                <a:latin typeface="Arial"/>
                <a:ea typeface="Arial"/>
                <a:cs typeface="Arial"/>
              </a:defRPr>
            </a:lvl9pPr>
          </a:lstStyle>
          <a:p xmlns:a="http://schemas.openxmlformats.org/drawingml/2006/main">
            <a:pPr>
              <a:defRPr sz="1875" b="0">
                <a:solidFill>
                  <a:srgbClr val="F4F6FA"/>
                </a:solidFill>
                <a:latin typeface="Arial"/>
                <a:ea typeface="Arial"/>
                <a:cs typeface="Arial"/>
              </a:defRPr>
            </a:pPr>
            <a:r>
              <a:rPr sz="1875" b="0">
                <a:solidFill>
                  <a:srgbClr val="F4F6FA"/>
                </a:solidFill>
                <a:latin typeface="Arial"/>
                <a:ea typeface="Arial"/>
                <a:cs typeface="Arial"/>
              </a:rPr>
              <a:t>Archivo: stockquest-dashboard.json</a:t>
            </a:r>
          </a:p>
        </p:txBody>
      </p:sp>
      <p:sp>
        <p:nvSpPr>
          <p:cNvPr id="7" name="">
            <a:extLst xmlns:a="http://schemas.openxmlformats.org/drawingml/2006/main">
              <a:ext uri="{FF2B5EF4-FFF2-40B4-BE49-F238E27FC236}">
                <a16:creationId xmlns:a16="http://schemas.microsoft.com/office/drawing/2014/main" id="{6A08B1A5-2839-4EFA-864E-2E171B91CFF6}"/>
              </a:ext>
            </a:extLst>
          </p:cNvPr>
          <p:cNvSpPr>
            <a:spLocks xmlns:a="http://schemas.openxmlformats.org/drawingml/2006/main" noGrp="1"/>
          </p:cNvSpPr>
          <p:nvPr/>
        </p:nvSpPr>
        <p:spPr>
          <a:xfrm xmlns:a="http://schemas.openxmlformats.org/drawingml/2006/main">
            <a:off x="6191250" y="557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4F6FA"/>
                </a:solidFill>
                <a:latin typeface="Arial"/>
                <a:ea typeface="Arial"/>
                <a:cs typeface="Arial"/>
              </a:defRPr>
            </a:defPPr>
            <a:lvl1pPr>
              <a:defRPr sz="1875" b="0">
                <a:solidFill>
                  <a:srgbClr val="F4F6FA"/>
                </a:solidFill>
                <a:latin typeface="Arial"/>
                <a:ea typeface="Arial"/>
                <a:cs typeface="Arial"/>
              </a:defRPr>
            </a:lvl1pPr>
            <a:lvl2pPr>
              <a:defRPr sz="1875" b="0">
                <a:solidFill>
                  <a:srgbClr val="F4F6FA"/>
                </a:solidFill>
                <a:latin typeface="Arial"/>
                <a:ea typeface="Arial"/>
                <a:cs typeface="Arial"/>
              </a:defRPr>
            </a:lvl2pPr>
            <a:lvl3pPr>
              <a:defRPr sz="1875" b="0">
                <a:solidFill>
                  <a:srgbClr val="F4F6FA"/>
                </a:solidFill>
                <a:latin typeface="Arial"/>
                <a:ea typeface="Arial"/>
                <a:cs typeface="Arial"/>
              </a:defRPr>
            </a:lvl3pPr>
            <a:lvl4pPr>
              <a:defRPr sz="1875" b="0">
                <a:solidFill>
                  <a:srgbClr val="F4F6FA"/>
                </a:solidFill>
                <a:latin typeface="Arial"/>
                <a:ea typeface="Arial"/>
                <a:cs typeface="Arial"/>
              </a:defRPr>
            </a:lvl4pPr>
            <a:lvl5pPr>
              <a:defRPr sz="1875" b="0">
                <a:solidFill>
                  <a:srgbClr val="F4F6FA"/>
                </a:solidFill>
                <a:latin typeface="Arial"/>
                <a:ea typeface="Arial"/>
                <a:cs typeface="Arial"/>
              </a:defRPr>
            </a:lvl5pPr>
            <a:lvl6pPr>
              <a:defRPr sz="1875" b="0">
                <a:solidFill>
                  <a:srgbClr val="F4F6FA"/>
                </a:solidFill>
                <a:latin typeface="Arial"/>
                <a:ea typeface="Arial"/>
                <a:cs typeface="Arial"/>
              </a:defRPr>
            </a:lvl6pPr>
            <a:lvl7pPr>
              <a:defRPr sz="1875" b="0">
                <a:solidFill>
                  <a:srgbClr val="F4F6FA"/>
                </a:solidFill>
                <a:latin typeface="Arial"/>
                <a:ea typeface="Arial"/>
                <a:cs typeface="Arial"/>
              </a:defRPr>
            </a:lvl7pPr>
            <a:lvl8pPr>
              <a:defRPr sz="1875" b="0">
                <a:solidFill>
                  <a:srgbClr val="F4F6FA"/>
                </a:solidFill>
                <a:latin typeface="Arial"/>
                <a:ea typeface="Arial"/>
                <a:cs typeface="Arial"/>
              </a:defRPr>
            </a:lvl8pPr>
            <a:lvl9pPr>
              <a:defRPr sz="1875" b="0">
                <a:solidFill>
                  <a:srgbClr val="F4F6FA"/>
                </a:solidFill>
                <a:latin typeface="Arial"/>
                <a:ea typeface="Arial"/>
                <a:cs typeface="Arial"/>
              </a:defRPr>
            </a:lvl9pPr>
          </a:lstStyle>
          <a:p xmlns:a="http://schemas.openxmlformats.org/drawingml/2006/main">
            <a:pPr>
              <a:defRPr sz="1875" b="0">
                <a:solidFill>
                  <a:srgbClr val="F4F6FA"/>
                </a:solidFill>
                <a:latin typeface="Arial"/>
                <a:ea typeface="Arial"/>
                <a:cs typeface="Arial"/>
              </a:defRPr>
            </a:pPr>
            <a:r>
              <a:rPr sz="1875" b="0">
                <a:solidFill>
                  <a:srgbClr val="F4F6FA"/>
                </a:solidFill>
                <a:latin typeface="Arial"/>
                <a:ea typeface="Arial"/>
                <a:cs typeface="Arial"/>
              </a:rPr>
              <a:t>Fuente: el Prometheus configurado</a:t>
            </a:r>
          </a:p>
        </p:txBody>
      </p:sp>
    </p:spTree>
    <p:extLst>
      <p:ext uri="{BB962C8B-B14F-4D97-AF65-F5344CB8AC3E}">
        <p14:creationId xmlns:p14="http://schemas.microsoft.com/office/powerpoint/2010/main" val="899727379"/>
      </p:ext>
    </p:extLst>
  </p:cSld>
</p:sld>
</file>

<file path=ppt/slides/slide10.xml><?xml version="1.0" encoding="utf-8"?>
<p:sld xmlns:p="http://schemas.openxmlformats.org/presentationml/2006/main">
  <p:cSld>
    <p:bg>
      <p:bgPr>
        <a:solidFill xmlns:a="http://schemas.openxmlformats.org/drawingml/2006/main">
          <a:srgbClr val="1015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31AE27-776D-42BE-94D6-AF45AC8C8329}"/>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4F6FA"/>
                </a:solidFill>
                <a:latin typeface="Arial"/>
                <a:ea typeface="Arial"/>
                <a:cs typeface="Arial"/>
              </a:defRPr>
            </a:defPPr>
            <a:lvl1pPr>
              <a:defRPr sz="3300" b="1">
                <a:solidFill>
                  <a:srgbClr val="F4F6FA"/>
                </a:solidFill>
                <a:latin typeface="Arial"/>
                <a:ea typeface="Arial"/>
                <a:cs typeface="Arial"/>
              </a:defRPr>
            </a:lvl1pPr>
            <a:lvl2pPr>
              <a:defRPr sz="3300" b="1">
                <a:solidFill>
                  <a:srgbClr val="F4F6FA"/>
                </a:solidFill>
                <a:latin typeface="Arial"/>
                <a:ea typeface="Arial"/>
                <a:cs typeface="Arial"/>
              </a:defRPr>
            </a:lvl2pPr>
            <a:lvl3pPr>
              <a:defRPr sz="3300" b="1">
                <a:solidFill>
                  <a:srgbClr val="F4F6FA"/>
                </a:solidFill>
                <a:latin typeface="Arial"/>
                <a:ea typeface="Arial"/>
                <a:cs typeface="Arial"/>
              </a:defRPr>
            </a:lvl3pPr>
            <a:lvl4pPr>
              <a:defRPr sz="3300" b="1">
                <a:solidFill>
                  <a:srgbClr val="F4F6FA"/>
                </a:solidFill>
                <a:latin typeface="Arial"/>
                <a:ea typeface="Arial"/>
                <a:cs typeface="Arial"/>
              </a:defRPr>
            </a:lvl4pPr>
            <a:lvl5pPr>
              <a:defRPr sz="3300" b="1">
                <a:solidFill>
                  <a:srgbClr val="F4F6FA"/>
                </a:solidFill>
                <a:latin typeface="Arial"/>
                <a:ea typeface="Arial"/>
                <a:cs typeface="Arial"/>
              </a:defRPr>
            </a:lvl5pPr>
            <a:lvl6pPr>
              <a:defRPr sz="3300" b="1">
                <a:solidFill>
                  <a:srgbClr val="F4F6FA"/>
                </a:solidFill>
                <a:latin typeface="Arial"/>
                <a:ea typeface="Arial"/>
                <a:cs typeface="Arial"/>
              </a:defRPr>
            </a:lvl6pPr>
            <a:lvl7pPr>
              <a:defRPr sz="3300" b="1">
                <a:solidFill>
                  <a:srgbClr val="F4F6FA"/>
                </a:solidFill>
                <a:latin typeface="Arial"/>
                <a:ea typeface="Arial"/>
                <a:cs typeface="Arial"/>
              </a:defRPr>
            </a:lvl7pPr>
            <a:lvl8pPr>
              <a:defRPr sz="3300" b="1">
                <a:solidFill>
                  <a:srgbClr val="F4F6FA"/>
                </a:solidFill>
                <a:latin typeface="Arial"/>
                <a:ea typeface="Arial"/>
                <a:cs typeface="Arial"/>
              </a:defRPr>
            </a:lvl8pPr>
            <a:lvl9pPr>
              <a:defRPr sz="3300" b="1">
                <a:solidFill>
                  <a:srgbClr val="F4F6FA"/>
                </a:solidFill>
                <a:latin typeface="Arial"/>
                <a:ea typeface="Arial"/>
                <a:cs typeface="Arial"/>
              </a:defRPr>
            </a:lvl9pPr>
          </a:lstStyle>
          <a:p xmlns:a="http://schemas.openxmlformats.org/drawingml/2006/main">
            <a:pPr>
              <a:defRPr sz="3300" b="1">
                <a:solidFill>
                  <a:srgbClr val="F4F6FA"/>
                </a:solidFill>
                <a:latin typeface="Arial"/>
                <a:ea typeface="Arial"/>
                <a:cs typeface="Arial"/>
              </a:defRPr>
            </a:pPr>
            <a:r>
              <a:rPr sz="3300" b="1">
                <a:solidFill>
                  <a:srgbClr val="F4F6FA"/>
                </a:solidFill>
                <a:latin typeface="Arial"/>
                <a:ea typeface="Arial"/>
                <a:cs typeface="Arial"/>
              </a:rPr>
              <a:t>Validación final de la integración</a:t>
            </a:r>
          </a:p>
        </p:txBody>
      </p:sp>
      <p:sp>
        <p:nvSpPr>
          <p:cNvPr id="2" name="">
            <a:extLst xmlns:a="http://schemas.openxmlformats.org/drawingml/2006/main">
              <a:ext uri="{FF2B5EF4-FFF2-40B4-BE49-F238E27FC236}">
                <a16:creationId xmlns:a16="http://schemas.microsoft.com/office/drawing/2014/main" id="{4A462AD7-C2D4-4C00-B272-A1A03004E96A}"/>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B7C3D1"/>
                </a:solidFill>
                <a:latin typeface="Arial"/>
                <a:ea typeface="Arial"/>
                <a:cs typeface="Arial"/>
              </a:defRPr>
            </a:defPPr>
            <a:lvl1pPr>
              <a:defRPr sz="1200" b="0">
                <a:solidFill>
                  <a:srgbClr val="B7C3D1"/>
                </a:solidFill>
                <a:latin typeface="Arial"/>
                <a:ea typeface="Arial"/>
                <a:cs typeface="Arial"/>
              </a:defRPr>
            </a:lvl1pPr>
            <a:lvl2pPr>
              <a:defRPr sz="1200" b="0">
                <a:solidFill>
                  <a:srgbClr val="B7C3D1"/>
                </a:solidFill>
                <a:latin typeface="Arial"/>
                <a:ea typeface="Arial"/>
                <a:cs typeface="Arial"/>
              </a:defRPr>
            </a:lvl2pPr>
            <a:lvl3pPr>
              <a:defRPr sz="1200" b="0">
                <a:solidFill>
                  <a:srgbClr val="B7C3D1"/>
                </a:solidFill>
                <a:latin typeface="Arial"/>
                <a:ea typeface="Arial"/>
                <a:cs typeface="Arial"/>
              </a:defRPr>
            </a:lvl3pPr>
            <a:lvl4pPr>
              <a:defRPr sz="1200" b="0">
                <a:solidFill>
                  <a:srgbClr val="B7C3D1"/>
                </a:solidFill>
                <a:latin typeface="Arial"/>
                <a:ea typeface="Arial"/>
                <a:cs typeface="Arial"/>
              </a:defRPr>
            </a:lvl4pPr>
            <a:lvl5pPr>
              <a:defRPr sz="1200" b="0">
                <a:solidFill>
                  <a:srgbClr val="B7C3D1"/>
                </a:solidFill>
                <a:latin typeface="Arial"/>
                <a:ea typeface="Arial"/>
                <a:cs typeface="Arial"/>
              </a:defRPr>
            </a:lvl5pPr>
            <a:lvl6pPr>
              <a:defRPr sz="1200" b="0">
                <a:solidFill>
                  <a:srgbClr val="B7C3D1"/>
                </a:solidFill>
                <a:latin typeface="Arial"/>
                <a:ea typeface="Arial"/>
                <a:cs typeface="Arial"/>
              </a:defRPr>
            </a:lvl6pPr>
            <a:lvl7pPr>
              <a:defRPr sz="1200" b="0">
                <a:solidFill>
                  <a:srgbClr val="B7C3D1"/>
                </a:solidFill>
                <a:latin typeface="Arial"/>
                <a:ea typeface="Arial"/>
                <a:cs typeface="Arial"/>
              </a:defRPr>
            </a:lvl7pPr>
            <a:lvl8pPr>
              <a:defRPr sz="1200" b="0">
                <a:solidFill>
                  <a:srgbClr val="B7C3D1"/>
                </a:solidFill>
                <a:latin typeface="Arial"/>
                <a:ea typeface="Arial"/>
                <a:cs typeface="Arial"/>
              </a:defRPr>
            </a:lvl8pPr>
            <a:lvl9pPr>
              <a:defRPr sz="1200" b="0">
                <a:solidFill>
                  <a:srgbClr val="B7C3D1"/>
                </a:solidFill>
                <a:latin typeface="Arial"/>
                <a:ea typeface="Arial"/>
                <a:cs typeface="Arial"/>
              </a:defRPr>
            </a:lvl9pPr>
          </a:lstStyle>
          <a:p xmlns:a="http://schemas.openxmlformats.org/drawingml/2006/main">
            <a:pPr>
              <a:defRPr sz="1200" b="0">
                <a:solidFill>
                  <a:srgbClr val="B7C3D1"/>
                </a:solidFill>
                <a:latin typeface="Arial"/>
                <a:ea typeface="Arial"/>
                <a:cs typeface="Arial"/>
              </a:defRPr>
            </a:pPr>
            <a:r>
              <a:rPr sz="1200" b="0">
                <a:solidFill>
                  <a:srgbClr val="B7C3D1"/>
                </a:solidFill>
                <a:latin typeface="Arial"/>
                <a:ea typeface="Arial"/>
                <a:cs typeface="Arial"/>
              </a:rPr>
              <a:t>Stock Quest   /   Instalación   /   10</a:t>
            </a:r>
          </a:p>
        </p:txBody>
      </p:sp>
      <p:sp>
        <p:nvSpPr>
          <p:cNvPr id="3" name="">
            <a:extLst xmlns:a="http://schemas.openxmlformats.org/drawingml/2006/main">
              <a:ext uri="{FF2B5EF4-FFF2-40B4-BE49-F238E27FC236}">
                <a16:creationId xmlns:a16="http://schemas.microsoft.com/office/drawing/2014/main" id="{EE5EE96A-EC91-47A7-B54C-5C926F943AA1}"/>
              </a:ext>
            </a:extLst>
          </p:cNvPr>
          <p:cNvSpPr>
            <a:spLocks xmlns:a="http://schemas.openxmlformats.org/drawingml/2006/main" noGrp="1"/>
          </p:cNvSpPr>
          <p:nvPr/>
        </p:nvSpPr>
        <p:spPr>
          <a:xfrm xmlns:a="http://schemas.openxmlformats.org/drawingml/2006/main">
            <a:off x="609600" y="14763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9933"/>
                </a:solidFill>
                <a:latin typeface="Arial"/>
                <a:ea typeface="Arial"/>
                <a:cs typeface="Arial"/>
              </a:defRPr>
            </a:defPPr>
            <a:lvl1pPr>
              <a:defRPr sz="2400" b="1">
                <a:solidFill>
                  <a:srgbClr val="FF9933"/>
                </a:solidFill>
                <a:latin typeface="Arial"/>
                <a:ea typeface="Arial"/>
                <a:cs typeface="Arial"/>
              </a:defRPr>
            </a:lvl1pPr>
            <a:lvl2pPr>
              <a:defRPr sz="2400" b="1">
                <a:solidFill>
                  <a:srgbClr val="FF9933"/>
                </a:solidFill>
                <a:latin typeface="Arial"/>
                <a:ea typeface="Arial"/>
                <a:cs typeface="Arial"/>
              </a:defRPr>
            </a:lvl2pPr>
            <a:lvl3pPr>
              <a:defRPr sz="2400" b="1">
                <a:solidFill>
                  <a:srgbClr val="FF9933"/>
                </a:solidFill>
                <a:latin typeface="Arial"/>
                <a:ea typeface="Arial"/>
                <a:cs typeface="Arial"/>
              </a:defRPr>
            </a:lvl3pPr>
            <a:lvl4pPr>
              <a:defRPr sz="2400" b="1">
                <a:solidFill>
                  <a:srgbClr val="FF9933"/>
                </a:solidFill>
                <a:latin typeface="Arial"/>
                <a:ea typeface="Arial"/>
                <a:cs typeface="Arial"/>
              </a:defRPr>
            </a:lvl4pPr>
            <a:lvl5pPr>
              <a:defRPr sz="2400" b="1">
                <a:solidFill>
                  <a:srgbClr val="FF9933"/>
                </a:solidFill>
                <a:latin typeface="Arial"/>
                <a:ea typeface="Arial"/>
                <a:cs typeface="Arial"/>
              </a:defRPr>
            </a:lvl5pPr>
            <a:lvl6pPr>
              <a:defRPr sz="2400" b="1">
                <a:solidFill>
                  <a:srgbClr val="FF9933"/>
                </a:solidFill>
                <a:latin typeface="Arial"/>
                <a:ea typeface="Arial"/>
                <a:cs typeface="Arial"/>
              </a:defRPr>
            </a:lvl6pPr>
            <a:lvl7pPr>
              <a:defRPr sz="2400" b="1">
                <a:solidFill>
                  <a:srgbClr val="FF9933"/>
                </a:solidFill>
                <a:latin typeface="Arial"/>
                <a:ea typeface="Arial"/>
                <a:cs typeface="Arial"/>
              </a:defRPr>
            </a:lvl7pPr>
            <a:lvl8pPr>
              <a:defRPr sz="2400" b="1">
                <a:solidFill>
                  <a:srgbClr val="FF9933"/>
                </a:solidFill>
                <a:latin typeface="Arial"/>
                <a:ea typeface="Arial"/>
                <a:cs typeface="Arial"/>
              </a:defRPr>
            </a:lvl8pPr>
            <a:lvl9pPr>
              <a:defRPr sz="2400" b="1">
                <a:solidFill>
                  <a:srgbClr val="FF9933"/>
                </a:solidFill>
                <a:latin typeface="Arial"/>
                <a:ea typeface="Arial"/>
                <a:cs typeface="Arial"/>
              </a:defRPr>
            </a:lvl9pPr>
          </a:lstStyle>
          <a:p xmlns:a="http://schemas.openxmlformats.org/drawingml/2006/main">
            <a:pPr>
              <a:defRPr sz="2400" b="1">
                <a:solidFill>
                  <a:srgbClr val="FF9933"/>
                </a:solidFill>
                <a:latin typeface="Arial"/>
                <a:ea typeface="Arial"/>
                <a:cs typeface="Arial"/>
              </a:defRPr>
            </a:pPr>
            <a:r>
              <a:rPr sz="2400" b="1">
                <a:solidFill>
                  <a:srgbClr val="FF9933"/>
                </a:solidFill>
                <a:latin typeface="Arial"/>
                <a:ea typeface="Arial"/>
                <a:cs typeface="Arial"/>
              </a:rPr>
              <a:t>Caída de simulación</a:t>
            </a:r>
          </a:p>
        </p:txBody>
      </p:sp>
      <p:sp>
        <p:nvSpPr>
          <p:cNvPr id="4" name="">
            <a:extLst xmlns:a="http://schemas.openxmlformats.org/drawingml/2006/main">
              <a:ext uri="{FF2B5EF4-FFF2-40B4-BE49-F238E27FC236}">
                <a16:creationId xmlns:a16="http://schemas.microsoft.com/office/drawing/2014/main" id="{427FA49F-B5F7-426C-8BBE-CEC030752EFD}"/>
              </a:ext>
            </a:extLst>
          </p:cNvPr>
          <p:cNvSpPr>
            <a:spLocks xmlns:a="http://schemas.openxmlformats.org/drawingml/2006/main" noGrp="1"/>
          </p:cNvSpPr>
          <p:nvPr/>
        </p:nvSpPr>
        <p:spPr>
          <a:xfrm xmlns:a="http://schemas.openxmlformats.org/drawingml/2006/main">
            <a:off x="6191250" y="14763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78CE80"/>
                </a:solidFill>
                <a:latin typeface="Arial"/>
                <a:ea typeface="Arial"/>
                <a:cs typeface="Arial"/>
              </a:defRPr>
            </a:defPPr>
            <a:lvl1pPr>
              <a:defRPr sz="2400" b="1">
                <a:solidFill>
                  <a:srgbClr val="78CE80"/>
                </a:solidFill>
                <a:latin typeface="Arial"/>
                <a:ea typeface="Arial"/>
                <a:cs typeface="Arial"/>
              </a:defRPr>
            </a:lvl1pPr>
            <a:lvl2pPr>
              <a:defRPr sz="2400" b="1">
                <a:solidFill>
                  <a:srgbClr val="78CE80"/>
                </a:solidFill>
                <a:latin typeface="Arial"/>
                <a:ea typeface="Arial"/>
                <a:cs typeface="Arial"/>
              </a:defRPr>
            </a:lvl2pPr>
            <a:lvl3pPr>
              <a:defRPr sz="2400" b="1">
                <a:solidFill>
                  <a:srgbClr val="78CE80"/>
                </a:solidFill>
                <a:latin typeface="Arial"/>
                <a:ea typeface="Arial"/>
                <a:cs typeface="Arial"/>
              </a:defRPr>
            </a:lvl3pPr>
            <a:lvl4pPr>
              <a:defRPr sz="2400" b="1">
                <a:solidFill>
                  <a:srgbClr val="78CE80"/>
                </a:solidFill>
                <a:latin typeface="Arial"/>
                <a:ea typeface="Arial"/>
                <a:cs typeface="Arial"/>
              </a:defRPr>
            </a:lvl4pPr>
            <a:lvl5pPr>
              <a:defRPr sz="2400" b="1">
                <a:solidFill>
                  <a:srgbClr val="78CE80"/>
                </a:solidFill>
                <a:latin typeface="Arial"/>
                <a:ea typeface="Arial"/>
                <a:cs typeface="Arial"/>
              </a:defRPr>
            </a:lvl5pPr>
            <a:lvl6pPr>
              <a:defRPr sz="2400" b="1">
                <a:solidFill>
                  <a:srgbClr val="78CE80"/>
                </a:solidFill>
                <a:latin typeface="Arial"/>
                <a:ea typeface="Arial"/>
                <a:cs typeface="Arial"/>
              </a:defRPr>
            </a:lvl6pPr>
            <a:lvl7pPr>
              <a:defRPr sz="2400" b="1">
                <a:solidFill>
                  <a:srgbClr val="78CE80"/>
                </a:solidFill>
                <a:latin typeface="Arial"/>
                <a:ea typeface="Arial"/>
                <a:cs typeface="Arial"/>
              </a:defRPr>
            </a:lvl7pPr>
            <a:lvl8pPr>
              <a:defRPr sz="2400" b="1">
                <a:solidFill>
                  <a:srgbClr val="78CE80"/>
                </a:solidFill>
                <a:latin typeface="Arial"/>
                <a:ea typeface="Arial"/>
                <a:cs typeface="Arial"/>
              </a:defRPr>
            </a:lvl8pPr>
            <a:lvl9pPr>
              <a:defRPr sz="2400" b="1">
                <a:solidFill>
                  <a:srgbClr val="78CE80"/>
                </a:solidFill>
                <a:latin typeface="Arial"/>
                <a:ea typeface="Arial"/>
                <a:cs typeface="Arial"/>
              </a:defRPr>
            </a:lvl9pPr>
          </a:lstStyle>
          <a:p xmlns:a="http://schemas.openxmlformats.org/drawingml/2006/main">
            <a:pPr>
              <a:defRPr sz="2400" b="1">
                <a:solidFill>
                  <a:srgbClr val="78CE80"/>
                </a:solidFill>
                <a:latin typeface="Arial"/>
                <a:ea typeface="Arial"/>
                <a:cs typeface="Arial"/>
              </a:defRPr>
            </a:pPr>
            <a:r>
              <a:rPr sz="2400" b="1">
                <a:solidFill>
                  <a:srgbClr val="78CE80"/>
                </a:solidFill>
                <a:latin typeface="Arial"/>
                <a:ea typeface="Arial"/>
                <a:cs typeface="Arial"/>
              </a:rPr>
              <a:t>Recuperación</a:t>
            </a:r>
          </a:p>
        </p:txBody>
      </p:sp>
      <p:pic>
        <p:nvPicPr>
          <p:cNvPr id="5" name="">
            <a:extLst xmlns:a="http://schemas.openxmlformats.org/drawingml/2006/main">
              <a:ext uri="{FF2B5EF4-FFF2-40B4-BE49-F238E27FC236}">
                <a16:creationId xmlns:a16="http://schemas.microsoft.com/office/drawing/2014/main" id="{E7497F94-59B2-4376-96E6-86163F9B8EE3}"/>
              </a:ext>
            </a:extLst>
          </p:cNvPr>
          <p:cNvPicPr>
            <a:picLocks xmlns:a="http://schemas.openxmlformats.org/drawingml/2006/main" noChangeAspect="1"/>
          </p:cNvPicPr>
          <p:nvPr/>
        </p:nvPicPr>
        <p:blipFill>
          <a:blip xmlns:r="http://schemas.openxmlformats.org/officeDocument/2006/relationships" xmlns:a="http://schemas.openxmlformats.org/drawingml/2006/main" r:embed="Ra501040df42e4e8a"/>
          <a:stretch xmlns:a="http://schemas.openxmlformats.org/drawingml/2006/main"/>
        </p:blipFill>
        <p:spPr>
          <a:xfrm xmlns:a="http://schemas.openxmlformats.org/drawingml/2006/main">
            <a:off x="609600" y="2261035"/>
            <a:ext cx="5238750" cy="3050304"/>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76629A2-938D-4397-9E6E-237FE6E52BC5}"/>
              </a:ext>
            </a:extLst>
          </p:cNvPr>
          <p:cNvPicPr>
            <a:picLocks xmlns:a="http://schemas.openxmlformats.org/drawingml/2006/main" noChangeAspect="1"/>
          </p:cNvPicPr>
          <p:nvPr/>
        </p:nvPicPr>
        <p:blipFill>
          <a:blip xmlns:r="http://schemas.openxmlformats.org/officeDocument/2006/relationships" xmlns:a="http://schemas.openxmlformats.org/drawingml/2006/main" r:embed="Rfc457f49edf54628"/>
          <a:stretch xmlns:a="http://schemas.openxmlformats.org/drawingml/2006/main"/>
        </p:blipFill>
        <p:spPr>
          <a:xfrm xmlns:a="http://schemas.openxmlformats.org/drawingml/2006/main">
            <a:off x="6191250" y="2377377"/>
            <a:ext cx="5238750" cy="281762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E5D7CB5-3D14-4726-B04D-7FC3BDD660FD}"/>
              </a:ext>
            </a:extLst>
          </p:cNvPr>
          <p:cNvSpPr>
            <a:spLocks xmlns:a="http://schemas.openxmlformats.org/drawingml/2006/main" noGrp="1"/>
          </p:cNvSpPr>
          <p:nvPr/>
        </p:nvSpPr>
        <p:spPr>
          <a:xfrm xmlns:a="http://schemas.openxmlformats.org/drawingml/2006/main">
            <a:off x="609600" y="55721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4F6FA"/>
                </a:solidFill>
                <a:latin typeface="Arial"/>
                <a:ea typeface="Arial"/>
                <a:cs typeface="Arial"/>
              </a:defRPr>
            </a:defPPr>
            <a:lvl1pPr>
              <a:defRPr sz="2025" b="0">
                <a:solidFill>
                  <a:srgbClr val="F4F6FA"/>
                </a:solidFill>
                <a:latin typeface="Arial"/>
                <a:ea typeface="Arial"/>
                <a:cs typeface="Arial"/>
              </a:defRPr>
            </a:lvl1pPr>
            <a:lvl2pPr>
              <a:defRPr sz="2025" b="0">
                <a:solidFill>
                  <a:srgbClr val="F4F6FA"/>
                </a:solidFill>
                <a:latin typeface="Arial"/>
                <a:ea typeface="Arial"/>
                <a:cs typeface="Arial"/>
              </a:defRPr>
            </a:lvl2pPr>
            <a:lvl3pPr>
              <a:defRPr sz="2025" b="0">
                <a:solidFill>
                  <a:srgbClr val="F4F6FA"/>
                </a:solidFill>
                <a:latin typeface="Arial"/>
                <a:ea typeface="Arial"/>
                <a:cs typeface="Arial"/>
              </a:defRPr>
            </a:lvl3pPr>
            <a:lvl4pPr>
              <a:defRPr sz="2025" b="0">
                <a:solidFill>
                  <a:srgbClr val="F4F6FA"/>
                </a:solidFill>
                <a:latin typeface="Arial"/>
                <a:ea typeface="Arial"/>
                <a:cs typeface="Arial"/>
              </a:defRPr>
            </a:lvl4pPr>
            <a:lvl5pPr>
              <a:defRPr sz="2025" b="0">
                <a:solidFill>
                  <a:srgbClr val="F4F6FA"/>
                </a:solidFill>
                <a:latin typeface="Arial"/>
                <a:ea typeface="Arial"/>
                <a:cs typeface="Arial"/>
              </a:defRPr>
            </a:lvl5pPr>
            <a:lvl6pPr>
              <a:defRPr sz="2025" b="0">
                <a:solidFill>
                  <a:srgbClr val="F4F6FA"/>
                </a:solidFill>
                <a:latin typeface="Arial"/>
                <a:ea typeface="Arial"/>
                <a:cs typeface="Arial"/>
              </a:defRPr>
            </a:lvl6pPr>
            <a:lvl7pPr>
              <a:defRPr sz="2025" b="0">
                <a:solidFill>
                  <a:srgbClr val="F4F6FA"/>
                </a:solidFill>
                <a:latin typeface="Arial"/>
                <a:ea typeface="Arial"/>
                <a:cs typeface="Arial"/>
              </a:defRPr>
            </a:lvl7pPr>
            <a:lvl8pPr>
              <a:defRPr sz="2025" b="0">
                <a:solidFill>
                  <a:srgbClr val="F4F6FA"/>
                </a:solidFill>
                <a:latin typeface="Arial"/>
                <a:ea typeface="Arial"/>
                <a:cs typeface="Arial"/>
              </a:defRPr>
            </a:lvl8pPr>
            <a:lvl9pPr>
              <a:defRPr sz="2025" b="0">
                <a:solidFill>
                  <a:srgbClr val="F4F6FA"/>
                </a:solidFill>
                <a:latin typeface="Arial"/>
                <a:ea typeface="Arial"/>
                <a:cs typeface="Arial"/>
              </a:defRPr>
            </a:lvl9pPr>
          </a:lstStyle>
          <a:p xmlns:a="http://schemas.openxmlformats.org/drawingml/2006/main">
            <a:pPr>
              <a:defRPr sz="2025" b="0">
                <a:solidFill>
                  <a:srgbClr val="F4F6FA"/>
                </a:solidFill>
                <a:latin typeface="Arial"/>
                <a:ea typeface="Arial"/>
                <a:cs typeface="Arial"/>
              </a:defRPr>
            </a:pPr>
            <a:r>
              <a:rPr sz="2025" b="0">
                <a:solidFill>
                  <a:srgbClr val="F4F6FA"/>
                </a:solidFill>
                <a:latin typeface="Arial"/>
                <a:ea typeface="Arial"/>
                <a:cs typeface="Arial"/>
              </a:rPr>
              <a:t>Dos ensayos PASS: caída registrada y readiness recuperado</a:t>
            </a:r>
          </a:p>
        </p:txBody>
      </p:sp>
    </p:spTree>
    <p:extLst>
      <p:ext uri="{BB962C8B-B14F-4D97-AF65-F5344CB8AC3E}">
        <p14:creationId xmlns:p14="http://schemas.microsoft.com/office/powerpoint/2010/main" val="2065708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2026-10-20T07:44:15.0820000Z</dcterms:created>
  <dcterms:modified xsi:type="dcterms:W3CDTF">2026-10-20T07:44:15.0820000Z</dcterms:modified>
</coreProperties>
</file>